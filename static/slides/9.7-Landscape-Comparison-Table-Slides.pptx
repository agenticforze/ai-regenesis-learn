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3D"/>
                </a:solidFill>
              </a:rPr>
              <a:t>Landscape Comparison</a:t>
            </a:r>
          </a:p>
          <a:p>
            <a:pPr>
              <a:spcBef>
                <a:spcPts val="1000"/>
              </a:spcBef>
            </a:pPr>
            <a:r>
              <a:rPr sz="2800">
                <a:solidFill>
                  <a:srgbClr val="5B8FC9"/>
                </a:solidFill>
              </a:rPr>
              <a:t>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9.7  ·  PHASE 9: AGENTIC FRAMEWORKS LANDSCAPE  ·  HL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This phase's capstone reference, not a new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Nothing new here:</a:t>
            </a:r>
            <a:r>
              <a:rPr sz="1500">
                <a:solidFill>
                  <a:srgbClr val="6B7280"/>
                </a:solidFill>
              </a:rPr>
              <a:t>  every framework, platform, and protocol named in 9.2, 9.3, and 9.4, in one table.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Organized by 9.1's three categories:</a:t>
            </a:r>
            <a:r>
              <a:rPr sz="1500">
                <a:solidFill>
                  <a:srgbClr val="6B7280"/>
                </a:solidFill>
              </a:rPr>
              <a:t>  framework, platform, protocol.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page to bookmark:</a:t>
            </a:r>
            <a:r>
              <a:rPr sz="1500">
                <a:solidFill>
                  <a:srgbClr val="6B7280"/>
                </a:solidFill>
              </a:rPr>
              <a:t>  not another argument alongside 9.5's trade-offs or 9.6's decision framework.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Phase 9 ends here;</a:t>
            </a:r>
            <a:r>
              <a:rPr sz="1500">
                <a:solidFill>
                  <a:srgbClr val="6B7280"/>
                </a:solidFill>
              </a:rPr>
              <a:t>  Phase 12, 14, and 15 take this ground to implementation depth.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The full roll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Four frameworks:</a:t>
            </a:r>
            <a:r>
              <a:rPr sz="1400">
                <a:solidFill>
                  <a:srgbClr val="6B7280"/>
                </a:solidFill>
              </a:rPr>
              <a:t>  LangGraph and CrewAI (LangChain, CrewAI Inc.), Microsoft Agent Framework, OpenAI Agents SDK.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Three platforms:</a:t>
            </a:r>
            <a:r>
              <a:rPr sz="1400">
                <a:solidFill>
                  <a:srgbClr val="6B7280"/>
                </a:solidFill>
              </a:rPr>
              <a:t>  Amazon Bedrock AgentCore, Microsoft Foundry Agent Service, Gemini Enterprise Agent Platform.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Two protocols:</a:t>
            </a:r>
            <a:r>
              <a:rPr sz="1400">
                <a:solidFill>
                  <a:srgbClr val="6B7280"/>
                </a:solidFill>
              </a:rPr>
              <a:t>  Model Context Protocol and Agent2Agent, both now under the same neutral foundation.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distinction still holds:</a:t>
            </a:r>
            <a:r>
              <a:rPr sz="1400">
                <a:solidFill>
                  <a:srgbClr val="6B7280"/>
                </a:solidFill>
              </a:rPr>
              <a:t>  libraries you import, services a vendor operates, and specifications either side implements.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The real lesson: how recently everything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Two of four frameworks:</a:t>
            </a:r>
            <a:r>
              <a:rPr sz="1400">
                <a:solidFill>
                  <a:srgbClr val="6B7280"/>
                </a:solidFill>
              </a:rPr>
              <a:t>  added a paid commercial layer, CrewAI AMP and LangSmith Deployment; only the latter's date is established, October 2025.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All three platforms:</a:t>
            </a:r>
            <a:r>
              <a:rPr sz="1400">
                <a:solidFill>
                  <a:srgbClr val="6B7280"/>
                </a:solidFill>
              </a:rPr>
              <a:t>  AgentCore's GA, the Foundry Agent Service rebrand, and Gemini Enterprise Agent Platform's launch, all within about 12 months.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Both protocols, different timelines:</a:t>
            </a:r>
            <a:r>
              <a:rPr sz="1400">
                <a:solidFill>
                  <a:srgbClr val="6B7280"/>
                </a:solidFill>
              </a:rPr>
              <a:t>  MCP joined the Agentic AI Foundation in that window; A2A joined too, after an earlier 2025 move to the Linux Foundation.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9.5 and 9.6 still do the deciding:</a:t>
            </a:r>
            <a:r>
              <a:rPr sz="1400">
                <a:solidFill>
                  <a:srgbClr val="6B7280"/>
                </a:solidFill>
              </a:rPr>
              <a:t>  this table is what exists, not a new case for what to pick.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One reference table for everything this phase named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8686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Frameworks (9.2)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Platforms (9.3)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Protocols (9.4)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Every option named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LangGraph, CrewAI, MS Agent Framework, OpenAI Agents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Bedrock AgentCore, Foundry Agent Service, Gemini Enterprise Agent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MCP, A2A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Who governs it today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Open-source maintainer or vendor-backed SDK team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The operating cloud vendor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Linux Foundation's Agentic AI Foundation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Changed in ~12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New paid layer on two of four; only LangSmith Deployment is dated (Oct 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All three: GA, rebrand, and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MCP joined AAIF in that window; A2A joined too, after an earlier 2025 Linux Foundation 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9.5's open-source and managed axes apply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Directly: open source and self-hosted by default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Not the same way: already the proprietary, managed corner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Not applicable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First implementation chapter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Phase 12 (12.2 to 12.5)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Phase 14, then Phase 15 for a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Phase 12 (12.6, 12.7)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6B7280"/>
                </a:solidFill>
              </a:rPr>
              <a:t>The trade-offs behind these choices live in 9.5 and 9.6, not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WHERE TO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Phase 9 is complete; here is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This phase's trade-offs and decision framework:</a:t>
            </a:r>
            <a:r>
              <a:rPr sz="1400">
                <a:solidFill>
                  <a:srgbClr val="6B7280"/>
                </a:solidFill>
              </a:rPr>
              <a:t>  9.5 and 9.6.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Implementation depth for frameworks and protocols:</a:t>
            </a:r>
            <a:r>
              <a:rPr sz="1400">
                <a:solidFill>
                  <a:srgbClr val="6B7280"/>
                </a:solidFill>
              </a:rPr>
              <a:t>  Phase 12.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 dedicated survey of each hyperscaler platform:</a:t>
            </a:r>
            <a:r>
              <a:rPr sz="1400">
                <a:solidFill>
                  <a:srgbClr val="6B7280"/>
                </a:solidFill>
              </a:rPr>
              <a:t>  Phase 14, then Phase 15 for an actual decision.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 every option in this table is helping you build:</a:t>
            </a:r>
            <a:r>
              <a:rPr sz="1400">
                <a:solidFill>
                  <a:srgbClr val="6B7280"/>
                </a:solidFill>
              </a:rPr>
              <a:t>  Chapter 8.10's Single-Agent Reference Architecture Blueprint.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