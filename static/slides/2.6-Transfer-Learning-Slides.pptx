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What is the core idea of transfer learning, and why is it especially valuable when target data is limited?
A1: Transfer learning reuses a model already trained on a large source task as the starting point for a target task, instead of training from randomly initialized weights on the target data alone. It is especially valuable with limited target data because training a large network from scratch on a small dataset tends to overfit, while starting from pretrained, already-useful representations needs far less target data.
Q2: What is the difference between feature extraction and fine-tuning as adaptation strategies?
A2: Feature extraction freezes every pretrained weight and trains only a newly added task-specific output layer. Fine-tuning unfreezes some or all of the pretrained weights and continues updating them on the target data, typically with a smaller learning rate so the useful pretrained weights shift gradually rather than being overwritten.
Q3: How does feature transferability change with layer depth, and why does fine-tuning from pretrained weights outperform training from scratch even with enough target data?
A3: Transferability decreases as layer depth increases, since later layers are more specific to the source task, and decreases further as source and target tasks become less related. Fine-tuning from pretrained weights outperforms training from scratch even with sufficient data because the pretrained weights are also a better optimization starting point, not merely a substitute for missing data.
Q4: What is catastrophic forgetting, and why does it happen mechanically?
A4: Catastrophic forgetting is the collapse of a model's performance on a previously learned task after it continues training on a new task. It happens because gradient descent updates weights purely to reduce the current loss, with no built-in mechanism to preserve weights that mattered for a task it is no longer being trained on.
Q5: How does the pretrain-then-adapt paradigm in modern language models relate to feature extraction and fine-tuning?
A5: BERT and GPT are pretrained once on a large, general text corpus, producing general-purpose language representations, and are then adapted to specific downstream tasks with far less task-specific data. This is the same pretrain-once, adapt-per-task pattern as feature extraction and fine-tuning, applied at a much larger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73152"/>
          </a:xfrm>
          <a:prstGeom prst="rect">
            <a:avLst/>
          </a:prstGeom>
          <a:solidFill>
            <a:srgbClr val="5598E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86B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Deep Learning Foundations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Learning &amp; the Pretrain-Then-Adapt Paradigm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extraction, fine-tuning, catastrophic forgetting, and the paradigm behind modern vision and language models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B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2.6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406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TL;DR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High-Level: reusing general-purpose representations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Deep-Dive: layer transferability, catastrophic forgetting, domain vs. task adaptation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 &amp; Related Concepts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Architecture: pretrain once, adapt per target task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Use Cases (Finance, Healthcare, Telecom)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Your Understanding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27432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RegAITraining · Chapter 2.6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F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TL;DR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large network from scratch needs huge labeled datasets and enormous compute; transfer learning avoids repeating that cost by adapting a model already trained on a large source task.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freezes the pretrained weights and trains only a new final layer; fine-tuning continues training some or all of the pretrained weights, usually at a smaller learning rate.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Naively continuing to train risks catastrophic forgetting, where performance on the original task degrades as the new task overwrites earlier learning.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pretrain-then-adapt pattern is the paradigm behind both ImageNet-pretrained vision backbones and BERT/GPT-style language models pretrained on massive unlabeled text.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RegAITraining · Chapter 2.6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Pretrain once, adapt per target task</a:t>
            </a:r>
            <a:endParaRPr lang="en-US" sz="2100" dirty="0"/>
          </a:p>
        </p:txBody>
      </p:sp>
      <p:pic>
        <p:nvPicPr>
          <p:cNvPr id="3" name="Image 0" descr="/tmp/deck-TLGxln/diag0-2-6-pretrain-then-ada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566" y="868680"/>
            <a:ext cx="7148869" cy="3520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 is the expensive, one-time step; adaptation is cheap and repeated per target task.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7432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RegAITraining · Chapter 2.6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transferability drops off in later layers</a:t>
            </a:r>
            <a:endParaRPr lang="en-US" sz="2100" dirty="0"/>
          </a:p>
        </p:txBody>
      </p:sp>
      <p:pic>
        <p:nvPicPr>
          <p:cNvPr id="3" name="Image 0" descr="/tmp/deck-TLGxln/diag1-2-6-layer-transfer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3343" y="868680"/>
            <a:ext cx="6677313" cy="3520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layers transfer well even to dissimilar tasks; later layers transfer well only to related tasks.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7432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RegAITraining · Chapter 2.6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layers update: feature extraction vs. fine-tuning</a:t>
            </a:r>
            <a:endParaRPr lang="en-US" sz="2100" dirty="0"/>
          </a:p>
        </p:txBody>
      </p:sp>
      <p:pic>
        <p:nvPicPr>
          <p:cNvPr id="3" name="Image 0" descr="/tmp/deck-TLGxln/diag2-2-6-freeze-vs-finetu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38" y="868680"/>
            <a:ext cx="8172523" cy="3520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frozen/trainable boundary sits is a choice, driven by target-task similarity and data size.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7432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RegAITraining · Chapter 2.6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Catastrophic forgetting during naive continued training</a:t>
            </a:r>
            <a:endParaRPr lang="en-US" sz="2100" dirty="0"/>
          </a:p>
        </p:txBody>
      </p:sp>
      <p:pic>
        <p:nvPicPr>
          <p:cNvPr id="3" name="Image 0" descr="/tmp/deck-TLGxln/diag3-2-6-catastrophic-forget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450" y="868680"/>
            <a:ext cx="6455100" cy="3520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has no built-in reason to preserve source-task performance unless something accounts for it.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7432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RegAITraining · Chapter 2.6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adaptation and task adaptation are separate axes</a:t>
            </a:r>
            <a:endParaRPr lang="en-US" sz="2100" dirty="0"/>
          </a:p>
        </p:txBody>
      </p:sp>
      <p:pic>
        <p:nvPicPr>
          <p:cNvPr id="3" name="Image 0" descr="/tmp/deck-TLGxln/diag4-2-6-domain-vs-task-adap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8399" y="868680"/>
            <a:ext cx="6247201" cy="3520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transfer problems often mix both kinds of mismatch, which drives how much adaptation is needed.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7432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RegAITraining · Chapter 2.6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&amp; Related Concepts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from scratch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extraction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data needed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to moderate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(small risks overfitting on unfrozen weights)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cost to adapt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Highest: trains every weight from a random start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Lowest: only a new final layer is trained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Moderate: some or all pretrained weights keep updating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of catastrophic forgetting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applicable, no prior task to forget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None: pretrained weights never change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Present, mitigated by a small learning rate and/or partial unfreezing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 case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task itself, or target data is genuinely large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task is very similar to the source task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task differs somewhat from the source task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and fine-tuning sit on a spectrum, not a binary choice: partial unfreezing is a common middle ground.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7432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RegAITraining · Chapter 2.6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-TLGxln/grid0-uc-fi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RegAITraining · Chapter 2.6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-TLGxln/grid1-uc-healthc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RegAITraining · Chapter 2.6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-TLGxln/grid2-uc-telec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RegAITraining · Chapter 2.6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F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the core idea of transfer learning, and why is it especially valuable when target data is limited?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is the difference between feature extraction and fine-tuning as adaptation strategies?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How does feature transferability change with layer depth, and why does fine-tuning from pretrained weights outperform training from scratch even with enough target data?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is catastrophic forgetting, and why does it happen mechanically?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How does the pretrain-then-adapt paradigm in modern language models relate to feature extraction and fine-tuning?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27432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RegAITraining · Chapter 2.6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starts from a model already trained on a large source task instead of random initialization, dramatically reducing the data and compute needed for a new target task.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freezes pretrained weights and trains only a new head; fine-tuning unfreezes some or all layers and continues training at a reduced learning rate.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transferability is highest in early, general-purpose layers and drops off in later, more task-specific layers.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continued training risks catastrophic forgetting; a small learning rate, partial unfreezing, or an explicit penalty (Elastic Weight Consolidation) can mitigate it.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✦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pretrain-then-adapt paradigm, scaled up, is the same pattern behind ImageNet-pretrained vision backbones and BERT/GPT-style language model pretraining.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RegAITraining · Chapter 2.6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Yosinski, J., Clune, J., Bengio, Y., and Lipson, H. (2014). How Transferable Are Features in Deep Neural Networks? NIPS. — https://arxiv.org/abs/1411.1792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Kirkpatrick, J., et al. (2017). Overcoming Catastrophic Forgetting in Neural Networks. PNAS, 114(13), 3521-3526. — https://www.pnas.org/doi/10.1073/pnas.1611835114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Devlin, J., Chang, M., Lee, K., and Toutanova, K. (2019). BERT: Pre-training of Deep Bidirectional Transformers for Language Understanding. NAACL. — https://aclanthology.org/N19-1423/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Radford, A., Narasimhan, K., Salimans, T., and Sutskever, I. (2018). Improving Language Understanding by Generative Pre-Training. OpenAI. — https://cdn.openai.com/research-covers/language-unsupervised/language_understanding_paper.pdf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RegAITraining · Chapter 2.6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 Learning &amp; the Pretrain-Then-Adapt Paradigm</dc:title>
  <dc:subject>PptxGenJS Presentation</dc:subject>
  <dc:creator>RegAITraining</dc:creator>
  <cp:lastModifiedBy>RegAITraining</cp:lastModifiedBy>
  <cp:revision>1</cp:revision>
  <dcterms:created xsi:type="dcterms:W3CDTF">2026-08-21T00:03:21Z</dcterms:created>
  <dcterms:modified xsi:type="dcterms:W3CDTF">2026-08-21T00:03:21Z</dcterms:modified>
</cp:coreProperties>
</file>