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4.4 · PHASE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Generative AI: Text-to-Image, Text-to-Video, Speech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the model families and decoding mechanisms from 4.2 and 4.3 into images, video, and speech.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diffusion on text via cross-attention and a text encoder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Classifier-free guidance: sharpening prompt adherence without a classifier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diffusion to video: the added complication of 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Text-to-speech: borrowing the autoregressive mechanism instead of diffusion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mechanism choice follows the trilemma, not the modality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Text-to-image: diffusion (4.2) conditioned on text via cross-attention to a text encoder embedding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Classifier-free guidance sharpens prompt adherence without a separate classifier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Text-to-video: the same diffusion mechanism extended across a temporal dimension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Text-to-speech: often autoregressive audio-token generation instead of diffusion (3.3, 4.1)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choice per modality still follows the generative learning trilemma (4.1)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prompt, three generation mechanisms</a:t>
            </a:r>
            <a:endParaRPr lang="en-US" sz="2600" dirty="0"/>
          </a:p>
        </p:txBody>
      </p:sp>
      <p:pic>
        <p:nvPicPr>
          <p:cNvPr id="4" name="Image 0" descr="/home/claude/phase3/svgs/png/4-4-three-modalities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789" y="1417320"/>
            <a:ext cx="870011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text prompt feeds three structurally different pipelines: two share a diffusion mechanism, while speech borrows the autoregressive mechanism from text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diffusion on a text prompt</a:t>
            </a:r>
            <a:endParaRPr lang="en-US" sz="2600" dirty="0"/>
          </a:p>
        </p:txBody>
      </p:sp>
      <p:pic>
        <p:nvPicPr>
          <p:cNvPr id="4" name="Image 0" descr="/home/claude/phase3/svgs/png/4-4-text-conditioned-dif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789" y="1417320"/>
            <a:ext cx="870011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 lets the denoising network attend to a text encoder embedding (CLIP or T5) at every step of the reverse diffusion process.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two predictions, one sharpened result</a:t>
            </a:r>
            <a:endParaRPr lang="en-US" sz="2600" dirty="0"/>
          </a:p>
        </p:txBody>
      </p:sp>
      <p:pic>
        <p:nvPicPr>
          <p:cNvPr id="4" name="Image 0" descr="/home/claude/phase3/svgs/png/4-4-classifier-free-gui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and Salimans, 2022: extrapolating away from an unconditional prediction and toward a conditional one sharpens prompt adherence without a separate classifier.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video diffusion needs more than independent frames</a:t>
            </a:r>
            <a:endParaRPr lang="en-US" sz="2600" dirty="0"/>
          </a:p>
        </p:txBody>
      </p:sp>
      <p:pic>
        <p:nvPicPr>
          <p:cNvPr id="4" name="Image 0" descr="/home/claude/phase3/svgs/png/4-4-video-spacetime-p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Representing video as spacetime patches lets a diffusion transformer model temporal consistency directly, rather than stitching independent frames together afterward.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generation via audio tokens, not diffusion</a:t>
            </a:r>
            <a:endParaRPr lang="en-US" sz="2600" dirty="0"/>
          </a:p>
        </p:txBody>
      </p:sp>
      <p:pic>
        <p:nvPicPr>
          <p:cNvPr id="4" name="Image 0" descr="/home/claude/phase3/svgs/png/4-4-speech-autoregressive-cod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neural audio codec compresses audio into discrete tokens; an autoregressive language model predicts new tokens one at a time, the same mechanism used for text (VALL-E, 2023).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choice follows the trilemma, not the modality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and video generation lean toward diffusion: quality and diversity outweigh sampling-speed cost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generation often leans toward autoregression: it is inherently sequential, like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well-trained audio-token LM captures prosody and voice identity without diffusion's speed cost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lesson: the trade-offs from 4.1 and 4.2 determine the right mechanism, not the modality itself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Text-to-image, text-to-video, text-to-speech, compared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Text-to-image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Text-to-video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Text-to-speech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dominant 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Diffusion, text-conditioned via cross-attention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Diffusion, extended across a temporal dimension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Autoregressive audio-token language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text conditioning enters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Cross-attention to a text encoder embedding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cross-attention, per spacetime patch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tokens plus a reference-voice clip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added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Frame-to-frame temporal consistency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Prosody, pronunciation, voice-identity consistency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Representative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Imagen (2022)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Sora (OpenAI technical report, 2024)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VALL-E (2023)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Classifier-free guidance applies across the diffusion-based columns; the autoregressive speech pipeline conditions directly through input tokens instead.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text prompt to image, video, or speech</a:t>
            </a:r>
            <a:endParaRPr lang="en-US" sz="2600" dirty="0"/>
          </a:p>
        </p:txBody>
      </p:sp>
      <p:pic>
        <p:nvPicPr>
          <p:cNvPr id="4" name="Image 0" descr="/home/claude/phase3/svgs/png/4-4-three-modalities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789" y="1417320"/>
            <a:ext cx="870011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modality determines which mechanism and conditioning path is used, but the underlying trade-offs are the same ones established in 4.1 and 4.2.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voice-cloning-capable text-to-speech before deploying it in call-center voice bots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wants a natural-sounding voice bot and is evaluating a VALL-E-style system capable of cloning a voice from a short reference clip.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which reference voices the system may clone to a consented, licensed set.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voice-cloning-capable TTS system deployed without consent controls could reproduce a real customer's or employee's voice, undermining voice-based authentication used elsewhere in the institution.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voice-based authentication controls in light of realistic voice-cloning TTS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bank's voice-based phone authentication was validated before few-shot voice-cloning TTS became broadly available.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Re-assess voice authentication's spoofing resistance specifically against realistic few-shot voice cloning.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validated only against older recorded-playback attacks can remain vulnerable to a short reference clip cloning a customer's voice well enough to defeat authentication.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Checking text-to-speech pronunciation accuracy for medication names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TTS accessibility tool reading medical instructions aloud can mispronounce a drug name in a way that sounds like a different medication.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validate TTS pronunciation of medication names against a clinical pronunciation reference.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mispronounced medication name could lead a patient to believe they were prescribed a different drug, a distinct patient-safety risk general audio-quality testing would not catch.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Detecting AI-generated voice traffic used in vishing scams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voice-cloning TTS increasingly powers voice-phishing scam calls carried over an operator's own voice network.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AI-generated-voice detection specifically for the fraud and abuse pipeline.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vishing scam using cloned-voice audio can defeat detection built only for traditional recorded-robocall patterns, since a cloned voice can be generated dynamically per call.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role do cross-attention and a text encoder play in conditioning diffusion on a text prompt?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problem does classifier-free guidance solve, and how does it work without a separate classifier?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the key added complexity in extending diffusion from images to video?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does text-to-speech generation often use autoregression instead of diffusion?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4.4 · 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Text-to-image and text-to-video both extend diffusion (4.2), conditioned via cross-attention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Classifier-free guidance is now standard for sharpening prompt adherence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diffusion must model time directly, e.g. via spacetime patches, not stitch frames after the fact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 often reuses the autoregressive mechanism (3.3, 4.1) applied to audio tokens instead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4.5 Context Windows, Memory Limits &amp; Cost/Latency Trade-offs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2026-08-22T09:12:06Z</dcterms:created>
  <dcterms:modified xsi:type="dcterms:W3CDTF">2026-08-22T09:12:06Z</dcterms:modified>
</cp:coreProperties>
</file>