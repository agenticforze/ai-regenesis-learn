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4.7 · PHASE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GenAI: Content Safety, Watermarking, Provenance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complementary layers for deploying generative AI responsibly, and why none of them substitutes for the others.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safety: red-teaming before deployment, moderation classifiers at runtime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watermarking: the green/red-list scheme and its limitations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SynthID: a tournament-based watermark that better preserves output quality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Provenance: C2PA Content Credentials and how they differ from watermarking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regulation increasingly expects more than one layer combined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safety, watermarking, and provenance are complementary, none is sufficient alone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safety: red-teaming pre-deployment, moderation classifiers (e.g. Llama Guard) at runtime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Watermarking embeds a statistical signal in generated content itself, text or pixels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SynthID's tournament sampling preserves output distribution better than green/red-list biasing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C2PA provenance is signed metadata: tamper-evident, but strippable if removed entirely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(EU AI Act Article 50) increasingly expects watermarking and provenance together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complementary layers of responsible GenAI</a:t>
            </a:r>
            <a:endParaRPr lang="en-US" sz="2600" dirty="0"/>
          </a:p>
        </p:txBody>
      </p:sp>
      <p:pic>
        <p:nvPicPr>
          <p:cNvPr id="4" name="Image 0" descr="/home/claude/phase3/svgs/png/4-7-three-layers-responsible-gen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safety, watermarking, and provenance each defend against a different failure mode; a production system typically layers more than one.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safety: before and during deployment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Red-teaming (Ganguli et al., Anthropic 2022): human red-teamers adversarially probe for harmful outputs pre-deployment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red-teaming (Perez et al., DeepMind 2022): one LM generates adversarial test cases against a target model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classifiers (Llama Guard, Inan et al. 2023; building on OpenAI Moderation, Markov et al. 2022): score prompts and outputs against a harm taxonomy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Red-teaming finds and fixes systemic failure modes pre-launch; classifiers catch what slips through afterward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watermarking: biasing sampling toward a detectable pattern</a:t>
            </a:r>
            <a:endParaRPr lang="en-US" sz="2600" dirty="0"/>
          </a:p>
        </p:txBody>
      </p:sp>
      <p:pic>
        <p:nvPicPr>
          <p:cNvPr id="4" name="Image 0" descr="/home/claude/phase3/svgs/png/4-7-text-watermark-green-red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Kirchenbauer et al., 2023: a pseudorandom hash of preceding tokens splits the vocabulary into a green and red list, biasing sampling toward green tokens; detection is a statistical test, degraded by paraphrasing.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SynthID: a tournament-based alternative</a:t>
            </a:r>
            <a:endParaRPr lang="en-US" sz="2600" dirty="0"/>
          </a:p>
        </p:txBody>
      </p:sp>
      <p:pic>
        <p:nvPicPr>
          <p:cNvPr id="4" name="Image 0" descr="/home/claude/phase3/svgs/png/4-7-synthid-tournament-samp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Dathathri et al., Nature 2024: a key-seeded pairwise tournament over candidate tokens encodes a detectable signal without distorting the model's original output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Provenance: a signed record instead of an embedded signal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C2PA (founded 2021 by Adobe, Microsoft, Truepic, Arm, Intel, and the BBC): Content Credentials attach a cryptographically signed manifest to a piece of media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manifest records how and when content was created or edited, including which tools, generative AI included, were involved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makes tampering with either the content or the manifest cryptographically detectable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trade-off: metadata, not an embedded signal, so it can be stripped by a screenshot, re-export, or re-encoding pipeline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 versus provenance: durability under editing</a:t>
            </a:r>
            <a:endParaRPr lang="en-US" sz="2600" dirty="0"/>
          </a:p>
        </p:txBody>
      </p:sp>
      <p:pic>
        <p:nvPicPr>
          <p:cNvPr id="4" name="Image 0" descr="/home/claude/phase3/svgs/png/4-7-watermark-vs-provenance-dur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watermark travels with the content through most editing; a C2PA manifest is metadata that a screenshot or re-export can strip entirely while leaving the content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approaches, four different failure modes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safety classifiers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watermarking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Image/video watermarking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C2PA provenance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protects against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Harmful content reaching a user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text passed off as human-written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images/video passed off as authentic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Unverifiable creation/edit history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applied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Pre-deployment and runtime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generation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generation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creation and each edit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Survives editing?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Degrades under paraphrasing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Degrades under aggressive edits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metadata can be stripped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limitation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Taxonomy-bound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Statistical, not certain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Confidence-based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embedded in content itself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obligations increasingly expect more than one of these applied together, since each addresses a different point in the content lifecycle.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responsible-GenAI controls for a given risk</a:t>
            </a:r>
            <a:endParaRPr lang="en-US" sz="2600" dirty="0"/>
          </a:p>
        </p:txBody>
      </p:sp>
      <p:pic>
        <p:nvPicPr>
          <p:cNvPr id="4" name="Image 0" descr="/home/claude/phase3/svgs/png/4-7-responsible-genai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018" y="1417320"/>
            <a:ext cx="918565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control depends on whether the risk is harmful generation, later identifiability, verifiable edit history, or a regulatory disclosure requirement.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Red-teaming an advisor-support LLM for compliance failure modes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internal LLM tool drafting client communications has not been systematically tested for noncompliant advice under adversarial prompting.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structured red-teaming targeting compliance-relevant failure modes before client-facing use.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deployed without compliance-focused red-teaming could produce advice violating suitability rules, creating regulatory exposure discovered only after it reaches a client.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C2PA provenance on submitted KYC documents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know-your-customer process accepts scanned documents with no way to verify whether an image was synthetically generated.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submitted documents for C2PA Content Credentials, flagging documents lacking any verifiable provenance for manual review.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Accepting documents with no provenance verification leaves KYC reliant on visual inspection alone, missing a synthetic document that would pass a purely visual check.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Red-teaming a symptom-checker chatbot for dangerous misinformation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patient-facing symptom-checker has not been tested for producing dangerous medical misinformation under adversarial phrasing.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structured red-teaming targeting medically dangerous failure modes before patient-facing deployment.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symptom-checker deployed without medically focused red-teaming could produce a dangerous self-treatment suggestion that ordinary testing never surfaced.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Red-teaming a customer-service chatbot against account-disclosure jailbreaks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telecom chatbot has not been tested against adversarial prompting designed to extract SIM-swap-relevant account details.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specifically against account-disclosure social-engineering patterns, backed by a runtime moderation classifier.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not red-teamed against account-disclosure jailbreaks could be manipulated into enabling a SIM-swap fraud attempt, a telecom-specific pattern generic safety evaluation would not catch.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distinct failure mode does each of content safety, watermarking, and provenance address?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the green/red-list watermarking scheme work, and what are its two main limitations?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SynthID differ mechanically from green/red-list watermarking, and what advantage does that give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is C2PA provenance structurally different from watermarking?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might regulation call for combining a watermark with a provenance manifest rather than using just one?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4.7 · 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safety, watermarking, and provenance defend against different failure modes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Watermarking embeds a signal in content; provenance attaches a signed, strippable record alongside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SynthID's tournament sampling preserves output quality better than logit-biasing approaches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increasingly expects layered controls, not any single technique alone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Phase 4 wrap-up, then Phase 5: Prompt Engineering &amp; LLM Application Development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2026-08-22T09:52:24Z</dcterms:created>
  <dcterms:modified xsi:type="dcterms:W3CDTF">2026-08-22T09:52:24Z</dcterms:modified>
</cp:coreProperties>
</file>