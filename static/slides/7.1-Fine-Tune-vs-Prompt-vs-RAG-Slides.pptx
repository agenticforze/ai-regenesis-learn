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7.1 · PHASE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Fine-Tune vs. Prompt vs. RAG: A Decision Framework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5.8 gave the first version of this decision. This chapter revisits it with the full mechanics of RAG behind it and fine-tuning ahead of it, plus a 2026 shift in which fine-tuning path is actually reachable.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Fine-Tuning, Alignment &amp; Model Customization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diagnostic question that comes before any tool choice: knowledge gap, or behavior gap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"Form, not facts": what fine-tuning reliably teaches a model, and what it cannot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prompting comes first, and what fine-tuning actually buys once it is warranted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thresholds: how much data, how narrow a task, before a fine-tune is justified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shift in vendor fine-tuning access, and why it matters for this decision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decision path, from a failing eval to the right fix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diagnostic question comes before the tool choice</a:t>
            </a:r>
            <a:endParaRPr lang="en-US" sz="2600" dirty="0"/>
          </a:p>
        </p:txBody>
      </p:sp>
      <p:pic>
        <p:nvPicPr>
          <p:cNvPr id="4" name="Image 0" descr="/home/claude/phase3/svgs/png/7-1-three-levers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598" y="1417320"/>
            <a:ext cx="93345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knowledge gap routes to RAG. A behavior gap routes first to prompting, and only escalates to fine-tuning if prompting cannot close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changes form, not facts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"Fine-tuning typically results in creating a niche model for a niche use-case"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for style and form of language, not for learning new concepts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Romeo-to-Bob experiment: every "Romeo" replaced with "Bob," fine-tuned, never learned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"Next token prediction loss on a tiny text...cannot change the internals of the neural networks knowledge base"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for a knowledge problem: keep the facts in a separate store, retrieve them into the prompt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and behavior vs. facts and knowledge</a:t>
            </a:r>
            <a:endParaRPr lang="en-US" sz="2600" dirty="0"/>
          </a:p>
        </p:txBody>
      </p:sp>
      <p:pic>
        <p:nvPicPr>
          <p:cNvPr id="4" name="Image 0" descr="/home/claude/phase3/svgs/png/7-1-form-vs-f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46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9009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training run that reliably teaches format or tone will not reliably teach a model that a fact changed.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comes first because it might just be enough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prompt engineering process may be all you need...for your use case"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Fine-tuning's real benefits: shorter prompts at scale, more examples than fit a context window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 proprietary data without including it in every request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smaller, cheaper, faster model for one particular task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benefit is a scaling/cost argument, not a reason to skip prompting on day one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practical thresholds are lower, and stricter, than most teams assume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"There should be at least 10 examples," with 50-100 recommended once a task is scoped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"Ensure that each fine-tuned model is for one task only"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"Keep system and user prompts similar between training and production"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adoption among API users: "less than one percent"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 as "one of the last tools you should reach for," not the first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is the last step, not the first</a:t>
            </a:r>
            <a:endParaRPr lang="en-US" sz="2600" dirty="0"/>
          </a:p>
        </p:txBody>
      </p:sp>
      <p:pic>
        <p:nvPicPr>
          <p:cNvPr id="4" name="Image 0" descr="/home/claude/phase3/svgs/png/7-1-decision-sequenc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3505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059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eval set, prompt and measure, confirm the gap persists at real volume, only then fine-tune.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vendor landscape for fine-tuning is shifting in 2026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OpenAI: "the platform is no longer accessible to new users"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wind-down: May 2026 new-org limits, July 2026 inactive-org limits, Jan 2027 all-org limits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"Inference on fine-tuned models will continue to be available until the base models are deprecated"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Replacement: assisted fine-tuning and custom-trained-models programs, both vendor relationships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open-weight, self-hosted PEFT path (Ch. 7.2) stays fully self-serve regardless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fine-tuning path is actually reachable in 2026</a:t>
            </a:r>
            <a:endParaRPr lang="en-US" sz="2600" dirty="0"/>
          </a:p>
        </p:txBody>
      </p:sp>
      <p:pic>
        <p:nvPicPr>
          <p:cNvPr id="4" name="Image 0" descr="/home/claude/phase3/svgs/png/7-1-vendor-landscape-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91" y="1417320"/>
            <a:ext cx="1050131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closed-model path narrowed to a vendor relationship. The open-weight path stayed fully self-serve.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paths, and what each one actually costs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Prompting (Ch. 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(Ch. 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Vendor-assisted fine-tuning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Self-hosted PEFT (Ch. 7.2)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fixes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behavior/format gap the model can already express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knowledge gap: stale or missing facts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recurring behavior gap at vendor-relationship scale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same behavior gap, on infrastructure the team controls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Data/setup needed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beyond in-prompt examples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retrieval pipeline and indexed corpus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Dozens to low hundreds of examples + vendor onboarding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training set + the team's own compute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in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 to every API user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 to every API user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Narrowing: self-serve winding down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open: any open-weight model + a GPU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in 2026 is which fine-tuning path is reachable without a vendor relationship, not whether fine-tuning itself is worth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path from a failing eval to the right fix</a:t>
            </a:r>
            <a:endParaRPr lang="en-US" sz="2600" dirty="0"/>
          </a:p>
        </p:txBody>
      </p:sp>
      <p:pic>
        <p:nvPicPr>
          <p:cNvPr id="4" name="Image 0" descr="/home/claude/phase3/svgs/png/7-1-reference-architectur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6404" y="1417320"/>
            <a:ext cx="727888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is cheaper than the one after it: knowledge-or-behavior, then prompting, then scope and access.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"form, not facts" thesis, and what experiment demonstrated it?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does OpenAI recommend prompting before fine-tuning, and what does fine-tuning actually offer over prompting?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concrete data and scope thresholds justify a fine-tuning project?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changed about self-serve fine-tuning access in 2026, and why does it matter here?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does the knowledge-or-behavior question come before any check on data volume or model access?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2026-08-29T05:21:52Z</dcterms:created>
  <dcterms:modified xsi:type="dcterms:W3CDTF">2026-08-29T05:21:52Z</dcterms:modified>
</cp:coreProperties>
</file>