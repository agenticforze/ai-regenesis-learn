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Domain Adaptation &amp;</a:t>
            </a:r>
          </a:p>
          <a:p>
            <a:pPr>
              <a:spcBef>
                <a:spcPts val="800"/>
              </a:spcBef>
            </a:pPr>
            <a:r>
              <a:rPr sz="2600" b="0">
                <a:solidFill>
                  <a:srgbClr val="5B8FC9"/>
                </a:solidFill>
              </a:rPr>
              <a:t>Continual Pretraining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7.4  ·  PHASE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D3D"/>
                </a:solidFill>
              </a:rPr>
              <a:t>Chapter 7.3 covered teaching a model to behave the way people want. This chapter covers giving a model knowledge it did not have, and keeping that knowledge from quietly decaying as it learns more.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5B8FC9"/>
                </a:solidFill>
              </a:rPr>
              <a:t>Fine-Tuning, Alignment &amp; Model Customization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What this chapter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The knowledge-adaptation spectrum: from retrieval at inference time to full continual pretraining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DAPT and TAPT: continuing the pretraining objective on unlabeled domain or task text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Catastrophic forgetting, and the counterintuitive finding that it gets worse as models scale up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Elastic Weight Consolidation: slowing learning on the weights that mattered for earlier tasks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A simple, scalable recipe for continual pretraining: LR re-warm, LR re-decay, and replay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A hands-on measurement of forgetting, with and without a replay buffer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A spectrum from inference-time facts to full continual pretraining</a:t>
            </a:r>
          </a:p>
        </p:txBody>
      </p:sp>
      <p:pic>
        <p:nvPicPr>
          <p:cNvPr id="5" name="Picture 4" descr="7-4-adaptation-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188720"/>
            <a:ext cx="8686800" cy="28232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Each step further along reaches deeper into what the model knows, and carries more forgetting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DAPT and TAPT extend pretraining onto new text, no labels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Gururangan et al. spanned "four domains...and eight classification tasks"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"A second phase of pretraining in-domain (domain-adaptive pretraining) leads to performance gains"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"Adapting to the task's unlabeled data (task-adaptive pretraining) improves performance even after DAPT"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DAPT and TAPT are not substitutes for each other; a team that ran DAPT still gains more from TAPT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"Multi-phase adaptive pretraining offers large gains in task performance," consistently across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Every further training pass risks catastrophic forgetting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"It has been widely thought that catastrophic forgetting is an inevitable feature of connectionist models"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A network trained sequentially on a new task overwrites weights an earlier task depended 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2023 study: "as the model scale increases, the severity of forgetting intensifies" (counterintuitive)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Larger models have more initial performance for later training to erode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A decoder-only model retained more prior knowledge than a comparable encoder-decoder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EWC slows learning specifically on the weights that mattered before</a:t>
            </a:r>
          </a:p>
        </p:txBody>
      </p:sp>
      <p:pic>
        <p:nvPicPr>
          <p:cNvPr id="5" name="Picture 4" descr="7-4-ewc-weight-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188720"/>
            <a:ext cx="8686800" cy="35926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EWC does not freeze the whole model; it identifies which weights mattered and slows learning there.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Continual pretraining needs a recipe that avoids forgetting and full 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"A simple and scalable combination of LR re-warming, LR re-decaying, and replay...is sufficient to match" full retraining (Ibrahim et al.)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Re-warming lets the model actually absorb new data after the original LR decayed toward zero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Re-decaying stabilizes training on the combined old-and-new distribution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Replay directly counters forgetting by continuing to show the model what it already knew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The standard cosine LR schedule assumes a fixed token budget; the team proposed alternatives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Measure catastrophic forgetting with a replay buffer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1: set up a base model, a narrow domain corpus, and a small general-purpose sample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2: write a perplexity function; rising perplexity on general text is the forgetting signal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3: fine-tune one copy on domain text only, no replay, the condition expected to forget most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4: fine-tune a second copy the same way, but mix in a replayed slice of general text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Result: the no-replay model's perplexity on general text rises noticeably more than the replay model's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Four levels of reaching deeper into what a model knows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430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Task fine-tuning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DAPT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TAPT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Full continual pretraining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What it trains 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Labeled examples for one 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Unlabeled target-domain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Unlabeled task-own corpus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New data across the model's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Training objective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Task-specific loss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Same self-supervised objective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Same self-supervised objective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Same self-supervised objective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Forgetting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Low to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Moderate, outside the 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Moderate, even narrower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Highest: repeated full-scope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Typical mitigation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Small LR, few epochs, held-out eval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Mix in general pretraining data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Usually run after DAPT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LR re-warm/re-decay plus replay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7280"/>
                </a:solidFill>
              </a:rPr>
              <a:t>Moving right reaches deeper into what a model knows, and raises the stakes of skipping a mitigation.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Where domain adaptation and continual pretraining fit relative to fine-tuning</a:t>
            </a:r>
          </a:p>
        </p:txBody>
      </p:sp>
      <p:pic>
        <p:nvPicPr>
          <p:cNvPr id="5" name="Picture 4" descr="7-4-ref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394" y="1188720"/>
            <a:ext cx="4310906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DAPT and TAPT feed into task fine-tuning; continual pretraining is a separate, ongoing update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Discuss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1. What is the difference between DAPT and TAPT, and does running one make the other unnecessary?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2. What did the 2023 study find about model scale and forgetting, and why is that counterintuitive?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3. How does Elastic Weight Consolidation prevent catastrophic forgetting, mechanically?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4. What three components make up the continual pretraining recipe from Ibrahim et al., and what does each address?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5. In the Hands-On exercise, what specifically differed between the no-replay and replay runs, and what did it produce?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