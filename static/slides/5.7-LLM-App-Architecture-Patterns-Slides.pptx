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5.7 · PHASE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Patterns for Your First LLM App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call to a model API is a prototype, not a product; here is the rest of the restaurant around the chef.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&amp; LLM Application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a16z reference architecture for LLM applications (Bornstein and Radovanovic, 2023)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Orchestration: what it abstracted in 2023, and where it has moved since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chat completion APIs are stateless, and what that means for your app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Streaming: faster to first token, harder to moderate before delivery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Reliability: per-request exponential backoff versus a cross-provider LLM gateway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cost with a semantic cache, and seeing what happened with observability and tracing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a16z's reference architecture (2023) named the layers around a model call: orchestration, cache, gateway, observability, and validation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completion APIs are stateless per request; the calling app, not the API, resends conversation history every turn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OpenAI and Anthropic recommend exponential backoff for rate-limit errors, not naive immediate retries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reduces time to first token, at the real cost of making partial output harder to moderate before it reaches a user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gateway (LiteLLM, Portkey) solves a different problem than backoff: staying up when an entire provider is down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is retrieval or multi-step autonomous behavior yet, those are Phase 6 and Phase 8 territory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request's path through a first LLM app</a:t>
            </a:r>
            <a:endParaRPr lang="en-US" sz="2600" dirty="0"/>
          </a:p>
        </p:txBody>
      </p:sp>
      <p:pic>
        <p:nvPicPr>
          <p:cNvPr id="4" name="Image 0" descr="/home/claude/phase3/svgs/png/5-7-llm-app-request-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900" y="1417320"/>
            <a:ext cx="102738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API call is one box in a larger request lifecycle; a first production LLM app needs the rest of the boxes too.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a16z reference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Bornstein and Radovanovic (a16z, June 2023): the most widely cited map of a production LLM application stack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stages: data preprocessing and embedding, prompt construction and retrieval, prompt execution and inference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"abstract[s] away...prompt chaining; interfacing with external APIs...retrieving contextual data...and maintaining memory across multiple LLM calls"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chapter's scope: orchestration, caching, the gateway, observability, and validation, the layers before your app has a retrieval pipeline of its own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gateway pattern</a:t>
            </a:r>
            <a:endParaRPr lang="en-US" sz="2600" dirty="0"/>
          </a:p>
        </p:txBody>
      </p:sp>
      <p:pic>
        <p:nvPicPr>
          <p:cNvPr id="4" name="Image 0" descr="/home/claude/phase3/svgs/png/5-7-llm-gateway-fall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590" y="1417320"/>
            <a:ext cx="10326515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Portkey: "Fallback to another provider or model on failed requests using the LLM gateway." The app backend only ever talks to the gateway.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semantic cache decides to reuse a response</a:t>
            </a:r>
            <a:endParaRPr lang="en-US" sz="2600" dirty="0"/>
          </a:p>
        </p:txBody>
      </p:sp>
      <p:pic>
        <p:nvPicPr>
          <p:cNvPr id="4" name="Image 0" descr="/home/claude/phase3/svgs/png/5-7-semantic-cache-mechan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3547" y="1417320"/>
            <a:ext cx="6964601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GPTCache: an incoming query is embedded and compared against previously answered queries by similarity, not exact text match.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reaches the user before a complete-response guardrail can</a:t>
            </a:r>
            <a:endParaRPr lang="en-US" sz="2600" dirty="0"/>
          </a:p>
        </p:txBody>
      </p:sp>
      <p:pic>
        <p:nvPicPr>
          <p:cNvPr id="4" name="Image 0" descr="/home/claude/phase3/svgs/png/5-7-streaming-guardrail-tim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OpenAI: streaming "makes it more difficult to moderate the content of the completions, as partial completions may be more difficult to evaluate."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APIs, backoff, and observability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Anthropic: "The Messages API is stateless, which means that you always send the full conversational history to the API"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OpenAI: "unsuccessful requests contribute to your per-minute limit, so continuously resending a request won't work," recommending exponential backoff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LangSmith: "instrument your LLM application, investigate traces, and monitor performance in production"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traces what already happened to live traffic, a different concern from 5.6's pre-deployment prompt versioning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 of a first LLM app stack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 framework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gateway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cache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Observability / tracing 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problem it solves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Assembling one request: prompt, tools, conversation history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Keeping the app answering when a provider is slow, rate-limited, or down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Avoiding a fresh model call for a repeated or near-duplicate question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Seeing what a multi-step request actually did, after the fact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Sits in the request path?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builds the request itself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between the app and the model providers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checked before a model call is made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observes and logs, does not alter the request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code changes to adopt?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the app is built around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Usually minimal, an API-compatible drop-in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Minimal, added in front of existing calls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Minimal, usually an instrumentation call or wrapper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used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app composing more than a single bare model 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app that cannot tolerate a single provider's outage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High-volume apps with naturally repetitive queries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app complex enough that a failure is hard to explain from logs alone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layers of the same stack, not alternatives; a serious first LLM app typically adopts orchestration and observability immediately, and adds a gateway and a cache as traffic and reliability demands grow.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 request through a first LLM app</a:t>
            </a:r>
            <a:endParaRPr lang="en-US" sz="2600" dirty="0"/>
          </a:p>
        </p:txBody>
      </p:sp>
      <p:pic>
        <p:nvPicPr>
          <p:cNvPr id="4" name="Image 0" descr="/home/claude/phase3/svgs/png/5-7-llm-app-decis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384" y="1417320"/>
            <a:ext cx="4180927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cache hit exists and whether the primary provider is healthy determine the path; every path converges on the same observability log.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semantic cache to a high-volume compliance-question chatbot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compliance chatbot answers the same handful of underlying questions phrased hundreds of different ways each day, and every rephrasing triggers a full, billed model call.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semantic cache that embeds each query and serves a stored answer for anything within a similarity threshold of a question already answered.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Skipping a cache layer means every near-duplicate question triggers a full model call, and the resulting per-query cost can make an otherwise viable feature economically unsustainable at real usage volumes.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a client-facing investment-explanation response without adapting the guardrail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client-facing explanation feature streams its response token by token, while its output guardrail was built to check only a complete response.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the guardrail to evaluate streamed output incrementally, or hold delivery a fixed number of tokens behind the model's generation.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a response token by token means a policy-violating recommendation can already be visible to a client well before a guardrail check on the complete response ever finishes evaluating it.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Adding an LLM gateway with fallback to a clinical-documentation 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clinical-documentation tool integrates with a single model provider, and any outage at that vendor becomes an outage of the documentation tool itself.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calls through a gateway with an automatic fallback provider configured for exactly this scenario.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single-provider integration turns any outage at that vendor into an outage of the clinical tool itself, and nothing about the failure mode gives a clinician warning before they start dictating into a tool that will silently fail to save.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Adding tracing to a multi-step ticket-routing pipeline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ticket-routing pipeline chains classification, prioritization, and assignment steps, and a misrouted ticket cannot easily be traced back to which step made the wrong call.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the pipeline with tracing that records each step's decision, not just the final routing outcome.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a multi-step routing failure without tracing turns into guesswork across several independent logs that were never designed to reconstruct a single request's actual path through the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According to the a16z reference architecture, what does an orchestration framework abstract away, and which two frameworks did they cite as examples?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must a calling application resend the full conversation history on every request to a chat completion API?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benefit does streaming a response provide, and what cost did OpenAI's documentation identify as a direct consequence?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is the difference between per-request exponential backoff and an LLM gateway, and what problem does each actually solve?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How does a semantic cache differ from an ordinary exact-match cache, and what mechanism does GPTCache use to implement this?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5.7 · PHASE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API call is one box in a larger request lifecycle, not the whole app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completion APIs are stateless: your app owns the conversation history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 fixes a transient failure against one provider; a gateway fixes an outage of that provider entirely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trades faster first-token latency for harder-to-moderate partial output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5.8 Prompting vs. Fine-Tuning vs. RAG, A Decision Framework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2026-08-23T03:11:35Z</dcterms:created>
  <dcterms:modified xsi:type="dcterms:W3CDTF">2026-08-23T03:11:35Z</dcterms:modified>
</cp:coreProperties>
</file>