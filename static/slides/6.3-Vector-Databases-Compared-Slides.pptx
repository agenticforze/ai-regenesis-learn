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6.3 · PHASE 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Databases Compared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977640"/>
            <a:ext cx="2926080" cy="0"/>
          </a:xfrm>
          <a:prstGeom prst="line">
            <a:avLst/>
          </a:prstGeom>
          <a:noFill/>
          <a:ln w="38100">
            <a:solidFill>
              <a:srgbClr val="184F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206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ANN index answers one question. A vector database is everything production wraps around it, and different products wrap it very differently.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 &amp; Knowledge Systems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chapter covers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vector database adds on top of the bare ANN index from Chapter 6.2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deployment archetypes: managed serverless, self-hosted distributed, added to an existing database, and embedded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metadata filtering is often the deciding factor, not an afterthought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search: combining dense vector search with keyword search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benchmark a vector database across more than one axis at once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selection framework, not a single winner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ANN index is not a database</a:t>
            </a:r>
            <a:endParaRPr lang="en-US" sz="2600" dirty="0"/>
          </a:p>
        </p:txBody>
      </p:sp>
      <p:pic>
        <p:nvPicPr>
          <p:cNvPr id="4" name="Image 0" descr="/home/claude/phase3/svgs/png/6-3-index-vs-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6086" y="1417320"/>
            <a:ext cx="9799524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ANN index answers one question well; a vector database is everything production wraps around it.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vector database is the ANN index, plus everything production needs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HNSW, IVF, and product quantization are algorithms, not products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them say what happens when a document gets updated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them isolate one tenant's data from another's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them survive a process restart on their own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vector database is the software layer that answers all of these questions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answers it gives, more than the algorithm underneath, usually decide which product a team picks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Pinecone: fully managed, serverless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organized into "immutable files called slabs" in distributed object storage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"Virtually unlimited scalability and high availability"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and read paths "scale independently based on demand"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writes land in memory first, then merge into progressively larger, better-indexed slabs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team writes essentially no infrastructure code, in exchange for running on someone else's cloud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Milvus: self-hosted, distributed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"Fully disaggregated storage and compute layers" that "enable horizontal scaling of compute nodes"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on a team's own Kubernetes cluster, not a vendor's managed service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Splits workloads by kind: Streaming Node, Query Node, and Data Node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nodes are "stateless," which makes scale-out and disaster recovery straightforward to automate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the same algorithms Chapter 6.2 covered directly: Faiss, HNSW, DiskANN, and SCANN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control over data location and cost, at the price of operating it yourself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pgvector: added to an existing database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PostgreSQL extension, not a separate system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Vectors live in the same tables as the relational data they describe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Ordinary SQL joins, plus the ACID guarantees and backups Postgres already provides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HNSW (better query performance, slower build, more memory) and IVFFlat (faster build, less memory, less recall)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existing operational tooling; gives up the specialized performance a purpose-built system offers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Chroma: embedded and lightweight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embedded, in-process inside an application, or as a lightweight local server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the same economics as Pinecone: object storage is "an order of magnitude cheaper" than replicated SSDs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system built on object storage from the start serves far more data per dollar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for prototyping, local-first apps, and small-scale deployments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team can start embedded and migrate to managed or self-hosted later without changing how the app queries it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answers to who operates the system and where the data lives</a:t>
            </a:r>
            <a:endParaRPr lang="en-US" sz="2600" dirty="0"/>
          </a:p>
        </p:txBody>
      </p:sp>
      <p:pic>
        <p:nvPicPr>
          <p:cNvPr id="4" name="Image 0" descr="/home/claude/phase3/svgs/png/6-3-deployment-archetyp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125" y="1417320"/>
            <a:ext cx="9981446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deployment archetypes, distinguished by who operates the system and where the data lives, not by which ANN algorithm runs underneath.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filtering is often the deciding factor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nearest similar support ticket" is meaningless if it can return another customer's ticket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Qdrant attaches "any JSON payload" to vectors, filtered with a "rich set of conditions"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matching, full-text, numeric ranges, geo-locations, combined with should, must, and must_not clauses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happens alongside the vector search itself, not as a separate pass afterward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Quantization can cut memory use "by up to 97%" while tuning the speed-precision trade-off directly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database without expressive filtering is unusable the moment multi-tenancy or access control matters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search: combining dense and sparse search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vectors match meaning well but struggle to force an exact term match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Sparse, keyword-based search (e.g. BM25) is the reverse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run "in parallel," then get combined by a fusion algorithm such as Reciprocal Rank Fusion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RRF sums 1 / (k + rank) across lists, which "penalizes documents ranked lower in the list"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Weaviate's example: "catch an Alaskan Pollock" needs both the fishing sense of "catch" and the exact phrase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search "reduces the need for perfectly phrased queries" without losing exact-term precision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search: dense and sparse results fused into one ranking</a:t>
            </a:r>
            <a:endParaRPr lang="en-US" sz="2600" dirty="0"/>
          </a:p>
        </p:txBody>
      </p:sp>
      <p:pic>
        <p:nvPicPr>
          <p:cNvPr id="4" name="Image 0" descr="/home/claude/phase3/svgs/png/6-3-hybrid-search-f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8" y="1417320"/>
            <a:ext cx="1051560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query, two searches run in parallel, and a fusion algorithm that rewards a document ranked highly by either one.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 means weighing several axes at once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VectorDBBench (Zilliz): an open benchmark comparing vector databases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queries per second, P99 latency, recall, serial search latency, and behavior under continuous ingestion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comparisons at matched cost points, not in isolation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database tuned for the highest recall is rarely also the lowest-latency option at the same cost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Static, pre-loaded performance can look very different once vectors are being written continuously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answer to "which is fastest" is: it depends which axis, and at what cost, a workload cares about most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&amp; RELATED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deployment archetypes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206240"/>
        </p:xfrm>
        <a:graphic>
          <a:graphicData uri="http://schemas.openxmlformats.org/drawingml/2006/table">
            <a:tbl>
              <a:tblPr/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Managed serverless (Pinecone)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Self-hosted distributed (Milvus)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Added to existing DB (pgvector)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Embedded / lightweight (Chroma)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 operates 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vendor, storage and compute scale independently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team, typically on its own Kubernetes cluster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Whoever already runs the underlying Postgres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one, runs in-process or a local server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Scaling approach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Object storage plus independent read/write scaling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Disaggregated storage, stateless compute nodes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Whatever the host Postgres instance scales 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Cheap object storage, scales up before out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suited for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 infrastructure to operate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control at scale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Vector search as one feature of an existing system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Prototyping and small-scale deployments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profile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Usage-based, no idle infrastructure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Infrastructure plus operational time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Marginal cost on an already-running database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 zero at small scale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deployment archetypes, distinguished by who operates the system and where the data lives, not by which ANN algorithm runs underneath.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vector database wraps around an ANN index</a:t>
            </a:r>
            <a:endParaRPr lang="en-US" sz="2600" dirty="0"/>
          </a:p>
        </p:txBody>
      </p:sp>
      <p:pic>
        <p:nvPicPr>
          <p:cNvPr id="4" name="Image 0" descr="/home/claude/phase3/svgs/png/6-3-reference-architecture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6990" y="1417320"/>
            <a:ext cx="7837714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chapter stops at how a vector database is built and chosen; Chapter 6.4 covers chunking, reranking, and generation, what happens before and after this diagram.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before moving 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does a vector database add on top of the bare ANN index from Chapter 6.2?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How does Pinecone's serverless architecture separate storage from compute, and what benefit does that bring?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deployment model does pgvector represent, and what does a team trade away by choosing it?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What is hybrid search, and how does reciprocal rank fusion combine dense and sparse search results?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Name the axes VectorDBBench measures, and explain why comparing vector databases needs more than one.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2026-08-24T21:25:52Z</dcterms:created>
  <dcterms:modified xsi:type="dcterms:W3CDTF">2026-08-24T21:25:52Z</dcterms:modified>
</cp:coreProperties>
</file>