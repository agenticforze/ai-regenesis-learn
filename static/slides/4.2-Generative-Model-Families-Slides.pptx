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4.2 · PHASE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Model Families Compared: LLMs, Diffusion Models, GANs, VAEs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937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structurally different mechanisms for reaching a distribution to sample from, each trading away a different corner of the generative learning trilemma.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Foundations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Autoregressive LLMs as explicit-density generation, extended beyond text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VAEs: explicit density, but only approximately, via the ELBO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GANs: the generator/discriminator minimax game, revisited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models: reversing a known noising process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diffusion and distillation: how the trilemma is actively being pushed 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 across Finance, Healthcare, and Telecom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 version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Autoregressive LLMs: exact, tractable density, one token at a time (3.3)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GANs: implicit-density, generator vs. discriminator, fast but mode-collapse-prone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VAEs: explicit-density but approximate (ELBO), with a structured, interpolatable latent space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models: explicit-density but approximate, dominant for image/video/audio as of 2026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diffusion and distillation (e.g., consistency models) push directly on the trilemma's speed cost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learn to produce something new</a:t>
            </a:r>
            <a:endParaRPr lang="en-US" sz="2600" dirty="0"/>
          </a:p>
        </p:txBody>
      </p:sp>
      <p:pic>
        <p:nvPicPr>
          <p:cNvPr id="4" name="Image 0" descr="/home/claude/phase3/svgs/png/4-2-four-families-metaph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8006" y="1417320"/>
            <a:ext cx="7615683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structurally different recipes for the same goal: producing a new sample that looks like it came from the training distribution.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Autoregressive models, extended beyond text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causal, one-token-at-a-time mechanism (3.3) is not inherently text-specific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PixelRNN and PixelCNN (van den Oord et al., 2016) applied it to individual pixels, in a fixed scan order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image has vastly more elements than a sentence has tokens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autoregressive generation remains the default for text but not for images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VAE encodes to a latent distribution, then decodes back</a:t>
            </a:r>
            <a:endParaRPr lang="en-US" sz="2600" dirty="0"/>
          </a:p>
        </p:txBody>
      </p:sp>
      <p:pic>
        <p:nvPicPr>
          <p:cNvPr id="4" name="Image 0" descr="/home/claude/phase3/svgs/png/4-2-vae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516" y="1417320"/>
            <a:ext cx="10144664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via the evidence lower bound (ELBO), Kingma and Welling, 2013: a lower bound on the true likelihood, not the exact likelihood itself.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GAN trains a generator and discriminator against each other</a:t>
            </a:r>
            <a:endParaRPr lang="en-US" sz="2600" dirty="0"/>
          </a:p>
        </p:txBody>
      </p:sp>
      <p:pic>
        <p:nvPicPr>
          <p:cNvPr id="4" name="Image 0" descr="/home/claude/phase3/svgs/png/4-2-gan-minimax-g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536" y="1417320"/>
            <a:ext cx="9510623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Goodfellow et al., 2014: at the theoretical equilibrium the generator matches the real distribution exactly; in practice this is hard to reach reliably.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models learn to reverse a gradual, fixed noising process</a:t>
            </a:r>
            <a:endParaRPr lang="en-US" sz="2600" dirty="0"/>
          </a:p>
        </p:txBody>
      </p:sp>
      <p:pic>
        <p:nvPicPr>
          <p:cNvPr id="4" name="Image 0" descr="/home/claude/phase3/svgs/png/4-2-diffusion-forward-reverse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3347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889244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Ho, Jain, and Abbeel, 2020 (DDPM): a neural network predicts and removes a bit of noise at each step, so running it from pure noise produces a new realistic sample.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diffusion and distillation: pushing on the trilemma directly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Diffusion Models (Rombach et al., 2022, behind Stable Diffusion) run diffusion inside a VAE-compressed latent space, not raw pixels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combines a VAE's compression with a diffusion model's denoising for practical high-resolution generation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Models (Song et al., 2023) train a model to map noise to a clean sample in a handful of steps, or one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trades a small amount of quality for a large reduction in sampling cost, narrowing diffusion's speed disadvantage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families, one shared density lens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Autoregressive LLM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Diffusion 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Density 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Explicit, exact/tractable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Explicit, approximate (ELBO)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Implicit (none computed)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Explicit, approximate (variational bound)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mechanism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 next token from all previous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Encode to latent distribution, decode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Generator vs. discriminator game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 to reverse gradual noising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Sampling speed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 for long outputs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Fast: one 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Fast: one 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 by default; faster distilled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Dominant use today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 generation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Structured latent spaces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Narrower niches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Image, video, audio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families can be read through the explicit/implicit density lens from 4.1; each trades away a different side of the generative learning trilemma.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generative model family for a task</a:t>
            </a:r>
            <a:endParaRPr lang="en-US" sz="2600" dirty="0"/>
          </a:p>
        </p:txBody>
      </p:sp>
      <p:pic>
        <p:nvPicPr>
          <p:cNvPr id="4" name="Image 0" descr="/home/claude/phase3/svgs/png/4-2-decision-flow-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536" y="1417320"/>
            <a:ext cx="9510623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Modality, then the quality-versus-speed trade-off, then whether a structured latent space matters, determine which family fits.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VAE for anomaly-detection latent spaces in transaction monitoring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fraud-detection team wants a latent space where distance between transactions is meaningful, to flag transactions far from any learned cluster.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VAE specifically for its structured, smooth latent space, rather than a GAN or diffusion model.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an anomaly-distance metric on a GAN's latent space, which has no such structure guarantee, can produce distance scores that do not correspond to how anomalous a transaction really 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Auditing diffusion-generated synthetic market data for realistic tail events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risk-modeling team uses a diffusion model for synthetic market scenarios, valuing its higher diversity over a GAN's.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Specifically validate that synthetic scenarios include realistic tail events, not just realistic typical-day data.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diffusion model tuned mainly for typical-data realism can still underweight rare tail scenarios, giving stress tests false confidence if tail coverage is not separately checked.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&amp; Telecom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+ TELECOM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(Healthcare) Choosing diffusion models for synthetic medical imaging, not GANs, when diversity matters most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 generating synthetic medical images for training-data augmentation needs broad coverage of rare pathology presentations.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a diffusion model given its typically stronger diversity coverage, validated against actual rare-presentation coverage.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GAN without accounting for mode collapse can leave a training pipeline blind to exactly the rare pathology presentations that matter most.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(Telecom) Auditing diffusion-generated synthetic network traffic for rare surge coverage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network-testing team generates synthetic traffic with a diffusion model, valuing its diversity advantage for rare surge patterns.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Specifically validate rare-surge coverage, not just aggregate similarity to typical traffic, before load-testing.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diffusion model realistic in aggregate can still underweight rare surges if not specifically validated, leaving load tests blind to the conditions that most threaten network stability.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Why are VAEs "explicit-density, but only approximately," unlike autoregressive LLMs?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is the core mechanical difference between how a GAN and a diffusion model each learn to generate?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Why do latent diffusion models combine a VAE with a diffusion process rather than running diffusion on raw pixels?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do techniques like consistency models trade away to address diffusion's slow sampling?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4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4.2 · PHASE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Autoregressive, VAE, GAN, and diffusion models are four distinct mechanisms for reaching a sampleable distribution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trades away a different corner of the generative learning trilemma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models dominate image/video/audio generation as of 2026, aided by latent diffusion and distillation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a family to a task means matching its density type and its specific trade-off to what the task actually needs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4.3 How LLMs Generate Text: Decoding Strategies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2026-08-22T08:57:58Z</dcterms:created>
  <dcterms:modified xsi:type="dcterms:W3CDTF">2026-08-22T08:57:58Z</dcterms:modified>
</cp:coreProperties>
</file>