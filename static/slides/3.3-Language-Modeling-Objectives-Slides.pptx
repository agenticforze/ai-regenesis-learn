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3.3 · PHASE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Modeling Objectives: Causal LM vs. Masked LM vs. Seq2Seq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train on text, and why each produces models with genuinely different strengths.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Language Model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(autoregressive) language modeling: predict the next token from prior tokens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language modeling: predict hidden tokens from full bidirectional context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Seq2seq: a bidirectional encoder and causal decoder joined by cross-attention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forcing, exposure bias, and perplexity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objective leads to different natural strengths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LM: predicts next token from only prior tokens (GPT-style, natural generation)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LM: predicts hidden tokens from full bidirectional context (BERT-style, understanding)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Seq2seq: encoder reads input, decoder generates output (T5/BART-style, transformation)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determines what a model is naturally good at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3.4 covers the model families built around each objective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objectives, three different views</a:t>
            </a:r>
            <a:endParaRPr lang="en-US" sz="2600" dirty="0"/>
          </a:p>
        </p:txBody>
      </p:sp>
      <p:pic>
        <p:nvPicPr>
          <p:cNvPr id="4" name="Image 0" descr="/home/claude/phase3/svgs/png/3-3-three-objectives-comp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objective can see when it makes a prediction is the whole story.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LM: the causal mask</a:t>
            </a:r>
            <a:endParaRPr lang="en-US" sz="2600" dirty="0"/>
          </a:p>
        </p:txBody>
      </p:sp>
      <p:pic>
        <p:nvPicPr>
          <p:cNvPr id="4" name="Image 0" descr="/home/claude/phase3/svgs/png/3-3-causal-lm-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scores for future positions are set to negative infinity before the softmax. Generation is inherently sequential.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BERT's masking recipe: 80/10/10</a:t>
            </a:r>
            <a:endParaRPr lang="en-US" sz="2600" dirty="0"/>
          </a:p>
        </p:txBody>
      </p:sp>
      <p:pic>
        <p:nvPicPr>
          <p:cNvPr id="4" name="Image 0" descr="/home/claude/phase3/svgs/png/3-3-masked-lm-rec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256" y="1417320"/>
            <a:ext cx="970518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prevents the model from over-relying on a [MASK] token that never appears again after pretraining.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LM: the auxiliary objective that didn't pan 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also trained Next Sentence Prediction (NSP) alongside masked LM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 (Liu et al., 2019) found NSP contributed little and dropped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LM predicts a fixed set of positions: no natural generation mechanism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BERT-style models are not used for open-ended text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Seq2seq: two attention mechanisms, two jobs</a:t>
            </a:r>
            <a:endParaRPr lang="en-US" sz="2600" dirty="0"/>
          </a:p>
        </p:txBody>
      </p:sp>
      <p:pic>
        <p:nvPicPr>
          <p:cNvPr id="4" name="Image 0" descr="/home/claude/phase3/svgs/png/3-3-seq2seq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256" y="1417320"/>
            <a:ext cx="970518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connects a sequence to itself. Cross-attention connects the decoder to the encoder's output.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forcing creates exposure bias</a:t>
            </a:r>
            <a:endParaRPr lang="en-US" sz="2600" dirty="0"/>
          </a:p>
        </p:txBody>
      </p:sp>
      <p:pic>
        <p:nvPicPr>
          <p:cNvPr id="4" name="Image 0" descr="/home/claude/phase3/svgs/png/3-3-teacher-forcing-exposure-b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22" y="1417320"/>
            <a:ext cx="10393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always shows the ground truth; inference must feed back the model's own, possibly wrong, predictions.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seq2seq model, end to 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encoder reads the entire input sequence at once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 lets each decoder position attend over the encoder's output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decoder generates the output sequence one token at a 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casts every task, classification included, as text-to-text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LM vs. Masked LM vs. Seq2Seq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 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Masked 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Seq2Seq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when predicting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prior tokens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sequence, bidirectional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Encoder: full input. Decoder: cross-attention + prior outputs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task 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Open-ended 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Classification, extraction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Transformation (translation, summarization)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generate open-ended 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natively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conditioned on 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 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 family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 family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T5, BART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3.4 compares the model families (GPT, BERT, T5) built around these three objectives.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lengthy credit agreements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officers need faithful, shortened summaries of long agreements without missing buried obligations.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seq2seq model generates a condensed summary conditioned on the full agreement via its encoder.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omitted obligation clause needs model-risk-management validation on summarization fidelity, since a dropped clause changes the deal's actual risk profile.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Suspicious Activity Report narratives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need to draft SAR narratives quickly from transaction detail.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causal language model drafts a narrative from structured detail for analyst review.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uncaught hallucinated detail becomes a factual inaccuracy in a regulatory filing, a distinct audit and regulatory-accuracy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Narrative radiology report generation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imaging findings need to become fluent, accurate report prose.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seq2seq model generates report text conditioned on the structured findings via its encoder.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text that doesn't faithfully reflect a finding is a clinical-safety issue and may need its own regulatory-clearance review.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Summarizing QA call transcripts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review of long call transcripts needs an accurate summary of commitments made.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seq2seq model summarizes the full transcript via its encoder.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dropped restoration-time commitment from an outage call can surface later as an SLA dispute with no record it was ever made.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does a causal LM see when predicting a token, and what enforces it?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does BERT use an 80/10/10 masking mixture instead of always using [MASK]?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cross-attention, and how does it differ from self-attention?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exposure bias, and why does teacher forcing create it?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3.3 · PHASE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LM: next-token prediction from prior context only, natural for generation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LM: fill-in-the-blank from bidirectional context, natural for understanding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Seq2seq: encoder-decoder with cross-attention, natural for transformation tasks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forcing trains efficiently but creates exposure bias at inference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3.4 Evolution of LLMs: GPT / BERT / T5 Families, Compared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2026-08-21T21:57:59Z</dcterms:created>
  <dcterms:modified xsi:type="dcterms:W3CDTF">2026-08-21T21:57:59Z</dcterms:modified>
</cp:coreProperties>
</file>