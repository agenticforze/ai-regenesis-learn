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3D"/>
                </a:solidFill>
              </a:rPr>
              <a:t>Cloud-Native Agent Builders</a:t>
            </a:r>
          </a:p>
          <a:p>
            <a:pPr>
              <a:spcBef>
                <a:spcPts val="1000"/>
              </a:spcBef>
            </a:pPr>
            <a:r>
              <a:rPr sz="3000">
                <a:solidFill>
                  <a:srgbClr val="5B8FC9"/>
                </a:solidFill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9.3  ·  PHASE 9: AGENTIC FRAMEWORKS LANDSCAPE  ·  HL SURVEY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Three hyperscalers, three renamed or absorbed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The three:</a:t>
            </a:r>
            <a:r>
              <a:rPr sz="1500">
                <a:solidFill>
                  <a:srgbClr val="6B7280"/>
                </a:solidFill>
              </a:rPr>
              <a:t>  Amazon Bedrock AgentCore, Microsoft Foundry Agent Service, and Google's Gemini Enterprise Agent Platform.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All renamed or absorbed something within the last year:</a:t>
            </a:r>
            <a:r>
              <a:rPr sz="1500">
                <a:solidFill>
                  <a:srgbClr val="6B7280"/>
                </a:solidFill>
              </a:rPr>
              <a:t>  none of these three names predates late 2025.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Services, not libraries:</a:t>
            </a:r>
            <a:r>
              <a:rPr sz="1500">
                <a:solidFill>
                  <a:srgbClr val="6B7280"/>
                </a:solidFill>
              </a:rPr>
              <a:t>  each is a vendor's own infrastructure, identity, and billing sitting underneath whatever you build.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F2D3D"/>
                </a:solidFill>
              </a:rPr>
              <a:t>•  This chapter names them;</a:t>
            </a:r>
            <a:r>
              <a:rPr sz="1500">
                <a:solidFill>
                  <a:srgbClr val="6B7280"/>
                </a:solidFill>
              </a:rPr>
              <a:t>  Phase 14 gives each vendor its own survey chapter, Phase 15 the actual platform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AWS: migrating an existing feature onto a new, agnostic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Amazon Bedrock AgentCore:</a:t>
            </a:r>
            <a:r>
              <a:rPr sz="1300">
                <a:solidFill>
                  <a:srgbClr val="6B7280"/>
                </a:solidFill>
              </a:rPr>
              <a:t>  "an agentic platform for building, deploying, and operating highly effective agents securely at scale using any framework and foundation model" - GA since October 13, 2025.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Explicitly framework-agnostic:</a:t>
            </a:r>
            <a:r>
              <a:rPr sz="1300">
                <a:solidFill>
                  <a:srgbClr val="6B7280"/>
                </a:solidFill>
              </a:rPr>
              <a:t>  "works together or independently with any open-source framework such as CrewAI, LangGraph, LlamaIndex, and Strands Agents and with any foundation model."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What it replaced:</a:t>
            </a:r>
            <a:r>
              <a:rPr sz="1300">
                <a:solidFill>
                  <a:srgbClr val="6B7280"/>
                </a:solidFill>
              </a:rPr>
              <a:t>  Amazon Bedrock Agents (Nov 2023), now "Bedrock Agents Classic," closed to new customers on July 30, 2026, in maintenance mode.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Two migration paths:</a:t>
            </a:r>
            <a:r>
              <a:rPr sz="1300">
                <a:solidFill>
                  <a:srgbClr val="6B7280"/>
                </a:solidFill>
              </a:rPr>
              <a:t>  an "AgentCore harness" close to the old model, or code-defined agents on AgentCore for custom, multi-agent orchestration.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Microsoft and Google: a platform-wide rebrand, and an inverted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Microsoft Foundry Agent Service:</a:t>
            </a:r>
            <a:r>
              <a:rPr sz="1300">
                <a:solidFill>
                  <a:srgbClr val="6B7280"/>
                </a:solidFill>
              </a:rPr>
              <a:t>  "Azure AI Foundry is now Microsoft Foundry" (Ignite, Nov 2025) - a "managed runtime for agentic apps" that can deploy agents built with LangGraph, CrewAI, or other open-source frameworks, no containers or Kubernetes required.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Gemini Enterprise Agent Platform:</a:t>
            </a:r>
            <a:r>
              <a:rPr sz="1300">
                <a:solidFill>
                  <a:srgbClr val="6B7280"/>
                </a:solidFill>
              </a:rPr>
              <a:t>  "it's the evolution of Vertex AI" (announced April 22, 2026) - model selection, model building, and agent building now live under one platform.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Google's own framing shift:</a:t>
            </a:r>
            <a:r>
              <a:rPr sz="1300">
                <a:solidFill>
                  <a:srgbClr val="6B7280"/>
                </a:solidFill>
              </a:rPr>
              <a:t>  "all Vertex AI services and roadmap evolutions will be delivered exclusively through the Agent Platform..." going forward.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pattern:</a:t>
            </a:r>
            <a:r>
              <a:rPr sz="1300">
                <a:solidFill>
                  <a:srgbClr val="6B7280"/>
                </a:solidFill>
              </a:rPr>
              <a:t>  AWS migrates a feature, Microsoft folds the rename into a bigger rebrand, Google puts the agent, not the model, on 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Three hosted platforms, three different paths to their current name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8534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Bedrock AgentCore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Foundry Agent Service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Gemini Enterprise Agent Platform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Backing 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Amazon Web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Microsoft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Google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What it replaced or renamed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Bedrock Agents, now "Classic" and in maintenance mode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Azure AI Foundry, renamed at Ignite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Vertex AI, its former standalone identity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Framework and model flexibility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Any open-source framework and any foundation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Accepts agents built with various frameworks, no containers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Google's own model + agent tools, incl. Agent Development Kit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When the current name took effect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GA Oct 13, 2025; Classic closed to new customers Jul 30, 2026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Renamed at Microsoft Ignite, Nov 2025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Renamed from Vertex AI, Apr 22, 2026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What it optimizes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Migrating Bedrock Agents workloads onto a secure, agnostic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Enterprise governance, observability, multi-agent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D3D"/>
                          </a:solidFill>
                        </a:rPr>
                        <a:t>Unifying model selection and agent building in one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6B7280"/>
                </a:solidFill>
              </a:rPr>
              <a:t>All three are hosted platforms a vendor operates for you, not libraries you import, and all three renamed or absorbed an older product within roughly the last twelve months.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WHERE TO GO DEEPER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D3D"/>
                </a:solidFill>
              </a:rPr>
              <a:t>Per-vendor depth, and the actual platform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Phase 14's per-vendor surveys:</a:t>
            </a:r>
            <a:r>
              <a:rPr sz="1400">
                <a:solidFill>
                  <a:srgbClr val="6B7280"/>
                </a:solidFill>
              </a:rPr>
              <a:t>  Google Cloud in 14.2, AWS in 14.3, Microsoft in 14.4, each still breadth-first.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An actual platform decision:</a:t>
            </a:r>
            <a:r>
              <a:rPr sz="1400">
                <a:solidFill>
                  <a:srgbClr val="6B7280"/>
                </a:solidFill>
              </a:rPr>
              <a:t>  Phase 15 (Enterprise Agentic AI: Governance, Security, Evaluation &amp; Operations).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Choosing among them at this phase's depth:</a:t>
            </a:r>
            <a:r>
              <a:rPr sz="1400">
                <a:solidFill>
                  <a:srgbClr val="6B7280"/>
                </a:solidFill>
              </a:rPr>
              <a:t>  9.5 (open-source vs. managed trade-offs) and 9.6 (how to pick a starting framework).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What any of these platforms is hosting:</a:t>
            </a:r>
            <a:r>
              <a:rPr sz="1400">
                <a:solidFill>
                  <a:srgbClr val="6B7280"/>
                </a:solidFill>
              </a:rPr>
              <a:t>  Chapter 8.10's Single-Agent Reference Architecture Blueprint.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