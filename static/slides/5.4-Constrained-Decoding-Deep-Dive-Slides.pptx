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5.4 · PHASE 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 Enforcement &amp; Constrained Decoding, Deep Dive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470916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token masking, grammars, and finite-state machines turn a schema into a hard guarantee, and what they still cannot guarantee.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&amp; LLM Application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mechanism: masking invalid tokens at every decoding step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tokenization-boundary problem, and how it is resolved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Outlines: compiling a schema into a finite-state machine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XGrammar: making grammar-constrained decoding fast enough for production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constrained decoding still cannot guarantee: correct values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cost of the guarantee: compilation latency and grammar-writing pitfalls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JSON Schema is compiled into a grammar; at every step, invalid tokens are masked out before sampling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subwords, not characters, so grammars must be resolved at the token level (Geng et al.)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Outlines compiles a schema/regex into a finite-state machine with a precomputed state-to-token index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XGrammar precomputes context-independent token checks (over 99% of tokens) for large speedups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grammar guarantees shape, never content: OpenAI's own docs confirm values can still be wrong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request against a new schema pays a real compilation cost, cached after that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masking at each decoding step</a:t>
            </a:r>
            <a:endParaRPr lang="en-US" sz="2600" dirty="0"/>
          </a:p>
        </p:txBody>
      </p:sp>
      <p:pic>
        <p:nvPicPr>
          <p:cNvPr id="4" name="Image 0" descr="/home/claude/phase3/svgs/png/5-4-token-masking-at-each-decoding-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739" y="1417320"/>
            <a:ext cx="908221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every decoding step, the grammar's current state determines which tokens are even eligible to be sampled; everything else is masked out before sampling happens.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tokenization-boundary problem</a:t>
            </a:r>
            <a:endParaRPr lang="en-US" sz="2600" dirty="0"/>
          </a:p>
        </p:txBody>
      </p:sp>
      <p:pic>
        <p:nvPicPr>
          <p:cNvPr id="4" name="Image 0" descr="/home/claude/phase3/svgs/png/5-4-tokenization-boundary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999" y="1417320"/>
            <a:ext cx="922769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Geng et al., 2023: the same string can tokenize more than one way under BPE, so grammars must be resolved at the token level via a tokenizer-specific concrete grammar.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Outlines: compiling a schema into a finite-state machine</a:t>
            </a:r>
            <a:endParaRPr lang="en-US" sz="2600" dirty="0"/>
          </a:p>
        </p:txBody>
      </p:sp>
      <p:pic>
        <p:nvPicPr>
          <p:cNvPr id="4" name="Image 0" descr="/home/claude/phase3/svgs/png/5-4-outlines-fsm-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6137" y="1417320"/>
            <a:ext cx="949942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Willard and Louf, 2023: a schema or regex is compiled once into an FSM, with a precomputed state-to-token index turning each decoding step into a fast lookup.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Finite-state machines versus fuller context-free grammars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regex or a JSON Schema without recursive structure is expressible as a finite-state machine (FSM)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FSM lets the entire state-to-token index be precomputed once, making each step a fast lookup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grammar with recursive or deeply nested structure needs a fuller context-free grammar (CFG) engine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CFG engine can express more, at the cost of some runtime bookkeeping an FSM does not need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XGrammar: splitting tokens by whether context matters</a:t>
            </a:r>
            <a:endParaRPr lang="en-US" sz="2600" dirty="0"/>
          </a:p>
        </p:txBody>
      </p:sp>
      <p:pic>
        <p:nvPicPr>
          <p:cNvPr id="4" name="Image 0" descr="/home/claude/phase3/svgs/png/5-4-xgrammar-token-spl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999" y="1417320"/>
            <a:ext cx="9227698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99% of tokens can be precomputed as context-independent; XGrammar reports up to roughly 3x faster JSON-schema mask computation and over 100x on general CFG workloads versus earlier engines.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none of this guarantees, and what it costs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OpenAI: "Structured Outputs doesn't prevent all kinds of model mistakes... the model may still make mistakes within the values"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grammar constrains shape, never content; catching wrong values requires evaluation, not a tighter schema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request against a new schema pays a real compilation cost, often under 10 seconds, up to a minute for complex schemas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Inefficiently written grammar patterns can force far more automaton states to track than a compact equivalent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enforce structure, and what each costs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Naive per-token grammar walk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FSM-precomputed index (Outlines)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Optimized engine (XGrammar)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Fine-tuning for format adherence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mechanism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Re-parse the grammar from scratch at each step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Precomputed state-to-token index, hashmap lookup per step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Precomputed context-independent token checks plus a small runtime remainder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the model itself to prefer the target format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Guarantees structural validity?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but potentially slow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Yes, and fast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only a learned tendency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Per-token overhead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be significant for large vocabularies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Low, mostly precomputed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low, ~99% of tokens precomputed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at inference time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suited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 grammars, low request volume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 Schema or regex-shaped targets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High-throughput production serving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Cases with no access to constrained decoding infrastructure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sit on a spectrum of engineering maturity for the same underlying guarantee; none of them, including fine-tuning, guarantees the values inside a structurally valid output are actually correct.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constrained-decoding approach</a:t>
            </a:r>
            <a:endParaRPr lang="en-US" sz="2600" dirty="0"/>
          </a:p>
        </p:txBody>
      </p:sp>
      <p:pic>
        <p:nvPicPr>
          <p:cNvPr id="4" name="Image 0" descr="/home/claude/phase3/svgs/png/5-4-constrained-decoding-deci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31488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470331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shape and throughput needs determine the engine; reuse frequency determines whether compilation cost is cached or accepted; value correctness always needs a separate evaluation layer.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tokenization-boundary bug silently corrupting a constrained decimal-amount field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currency-amount grammar was validated only against character-level rules, never against the tokenizer's actual boundaries.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compiled grammar against the tokenizer's real token boundaries across the full range of amount formats.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untested boundary case could force an unintended fallback, producing a figure that parses as valid but is not the amount actually intended.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first-request grammar-compilation delay disrupting a real-time trading-desk assistant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a new response schema mid-session triggers a first-request compilation delay at a moment when a fast reply matters.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Pre-warm and cache newly introduced schemas during a quiet period rather than paying the cost live.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unexpected multi-second delay could push a time-sensitive trading decision past the window where the number was still actionable.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Trusting a decoding-time-guaranteed lab-reference-range field as a verified 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have started treating a schema-valid reference range as proof the range itself is correct for the specific test.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an independent check of the reference-range value against actual test and population norms.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well-typed but wrong reference range could make an abnormal result read as normal to a clinician scanning quickly.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Choosing an FSM-based engine over a general CFG engine for an alert-classification schema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simple, JSON-Schema-expressible alert-classification task defaults to a heavier general-purpose CFG engine than it needs.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the schema is FSM-expressible and use a lighter, precomputed-index engine instead.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an unnecessarily heavy grammar engine at peak alert volume could add latency exactly when triage speed matters most.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does it mean to "mask" a model's output at each decoding step?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is the tokenization-boundary problem, and how do Geng et al. and Outlines each address it?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is Outlines' core approach to constrained generation, and what guarantee does it provide?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optimization does XGrammar introduce, and what speedup did its authors report?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Why does a schema-valid output still require a separate evaluation step?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5.4 · PHASE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decoding masks invalid tokens at every step; it does not ask the model to comply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Tokenization boundaries are a real engineering problem, solved by reasoning at the token level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FSM-based and optimized engines trade engineering effort for speed at the same guarantee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guarantee is always shape, never content; evaluation remains a separate, necessary layer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5.5 System Prompts, Guardrails &amp; Prompt-Injection Defense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2026-08-22T16:31:18Z</dcterms:created>
  <dcterms:modified xsi:type="dcterms:W3CDTF">2026-08-22T16:31:18Z</dcterms:modified>
</cp:coreProperties>
</file>