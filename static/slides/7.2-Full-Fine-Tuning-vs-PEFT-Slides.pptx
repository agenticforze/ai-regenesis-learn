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7.2 · PHASE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Fine-Tuning vs. Parameter-Efficient Fine-Tuning, Compared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7.1 established when to fine-tune. This chapter covers how, and why almost nobody in 2026 updates every one of a model's weights to do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Fine-Tuning, Alignment &amp; Model Customization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full fine-tuning stopped scaling before PEFT existed to replace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LoRA: freezing the base model, training a low-rank matrix pair instead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QLoRA: stacking 4-bit quantization underneath a full-precision LoRA adapter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adapters fit, and what Hugging Face's PEFT library generalizes from them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hands-on LoRA fine-tune, with the trainable-parameter count printed and verified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matching benchmark scores are not proof of matching solutions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fine-tuning vs. parameter-efficient fine-tuning</a:t>
            </a:r>
            <a:endParaRPr lang="en-US" sz="2600" dirty="0"/>
          </a:p>
        </p:txBody>
      </p:sp>
      <p:pic>
        <p:nvPicPr>
          <p:cNvPr id="4" name="Image 0" descr="/home/claude/phase3/svgs/png/7-2-library-insert-ana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4282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98271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PEFT trains a small, swappable addition alongside the frozen original weights, not a rewrite of the whole model.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fine-tuning stopped scaling before PEFT existed to replace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"Full fine-tuning, which retrains all model parameters, becomes less feasible" at scale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downstream task needs its own full-sized model copy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freezes the base weights, trains a low-rank matrix pair injected into each layer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"Reduce the number of trainable parameters by 10,000 times and the GPU memory requirement by 3 times"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"On-par or better than fine-tuning in model quality," with no added inference latency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 stacks quantization underneath LoRA without losing quality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"Reduces memory usage enough to finetune a 65B parameter model on a single 48GB GPU"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4-bit NormalFloat (NF4): optimal for normally distributed weights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quantization: compresses the quantization constants themselves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 optimizers: absorb memory spikes during training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Guanaco reached "99.3% of the performance level of ChatGPT" in 24 hours on one GPU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QLoRA's stack: quantize the base, keep the adapter at full precision</a:t>
            </a:r>
            <a:endParaRPr lang="en-US" sz="2600" dirty="0"/>
          </a:p>
        </p:txBody>
      </p:sp>
      <p:pic>
        <p:nvPicPr>
          <p:cNvPr id="4" name="Image 0" descr="/home/claude/phase3/svgs/png/7-2-qlora-quantization-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049" y="1417320"/>
            <a:ext cx="10043597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only ever touches the frozen base. The trainable low-rank pair still learns at full precision.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 came first; PEFT is the general principle behind all of them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Houlsby et al. (2019): adapters reach "within 0.4% of the performance of full fine-tuning, adding only 3.6% parameters per task"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"By contrast, fine-tuning trains 100% of the parameters per task"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PEFT "overcomes the issues of catastrophic forgetting" seen in full fine-tuning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40GB full-fine-tune checkpoint becomes "just a few MBs" with PEFT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concrete adapter checkpoint: "just 19MB"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benchmark scores, structurally different weights</a:t>
            </a:r>
            <a:endParaRPr lang="en-US" sz="2600" dirty="0"/>
          </a:p>
        </p:txBody>
      </p:sp>
      <p:pic>
        <p:nvPicPr>
          <p:cNvPr id="4" name="Image 0" descr="/home/claude/phase3/svgs/png/7-2-loss-landscape-different-sol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464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9009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introduces "intruder dimensions" full fine-tuning does not produce, shown to cause localized forgetting.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a small model with LoRA and print the difference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load a small base model (distilgpt2) with transformers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wrap it in a LoraConfig, rank r controls the trainable-parameter count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print_trainable_parameters(): under 0.2% of the model is ever updated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train with the standard Trainer API, unchanged from a full fine-tune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save only the adapter, a few MB, then merge_and_unload() before serving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update a model, and what each one costs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fine-tuning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Adapters (Houlsby et al.)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QLoRA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Trainable parameters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of the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~3.6% added per task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10,000x fewer than full fine-tuning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order of magnitude as LoRA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Checkpoint size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Tens of GB per task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few MB per task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few MB, mergeable into the 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few MB, mergeable into a dequantized 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it still wins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domain shift too large for a low-rank update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Rarely chosen over LoRA today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default for most narrow fine-tunes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default when the base doesn't fit at full precision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and full fine-tuning learn structurally different solutions, which is why a large enough domain shift can still favor full fine-tuning's cost.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 LoRA update lives inside a transformer layer</a:t>
            </a:r>
            <a:endParaRPr lang="en-US" sz="2600" dirty="0"/>
          </a:p>
        </p:txBody>
      </p:sp>
      <p:pic>
        <p:nvPicPr>
          <p:cNvPr id="4" name="Image 0" descr="/home/claude/phase3/svgs/png/7-2-reference-architectur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405" y="1417320"/>
            <a:ext cx="8040885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B·A into W before serving is what removes the extra inference latency an unmerged adapter would add.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problem did LoRA set out to solve, and what are its concrete numbers versus full fine-tuning?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does QLoRA extend LoRA, and what does that combination make possible?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Why is PEFT "not simply a cheaper way to reach the same destination" as full fine-tuning?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does the trainable-parameter count demonstrate, and why does merging matter before serving?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When does full fine-tuning's higher cost still buy something PEFT cannot?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2026-08-29T05:36:04Z</dcterms:created>
  <dcterms:modified xsi:type="dcterms:W3CDTF">2026-08-29T05:36:04Z</dcterms:modified>
</cp:coreProperties>
</file>