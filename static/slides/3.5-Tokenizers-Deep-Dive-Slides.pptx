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3.5 · PHASE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Tokenizers Deep Dive: BPE, WordPiece, SentencePiece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three subword algorithms actually build the vocabulary that chapter 3.1 took as a given.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&amp; Language Model Foundations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BPE: bottom-up merges ranked by raw frequency, and byte-level BPE's no-OOV guarantee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WordPiece: bottom-up merges ranked by likelihood gain, BERT's tokenizer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SentencePiece: whitespace-as-symbol, language-independent framework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Unigram algorithm: top-down pruning instead of bottom-up merging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Subword regularization and why it needs a probabilistic tokenizer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across Finance, Healthcare, and Telecom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TL;DR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version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BPE: merges the most frequent adjacent pair, repeat (GPT-2, GPT-3, GPT-4)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WordPiece: merges the pair that most improves data likelihood (BERT)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SentencePiece: whitespace is an ordinary symbol, language-independent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Unigram (used inside SentencePiece): prunes a large vocabulary down, not up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algorithm choice shapes vocabulary size, OOV robustness, and multilingual behavior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build up, one prunes down</a:t>
            </a:r>
            <a:endParaRPr lang="en-US" sz="2600" dirty="0"/>
          </a:p>
        </p:txBody>
      </p:sp>
      <p:pic>
        <p:nvPicPr>
          <p:cNvPr id="4" name="Image 0" descr="/home/claude/phase3/svgs/png/3-5-three-tokenizers-compa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4150" y="1417320"/>
            <a:ext cx="982339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 and WordPiece both merge characters upward. SentencePiece's Unigram algorithm prunes a large candidate set downward.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BPE: merge the most frequent pair, repeat</a:t>
            </a:r>
            <a:endParaRPr lang="en-US" sz="2600" dirty="0"/>
          </a:p>
        </p:txBody>
      </p:sp>
      <p:pic>
        <p:nvPicPr>
          <p:cNvPr id="4" name="Image 0" descr="/home/claude/phase3/svgs/png/3-5-bpe-merge-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merge is chosen purely by frequency, with no notion of what the pair means linguistically.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Byte-level BPE removes the out-of-vocabulary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 introduced running BPE over raw UTF-8 bytes, not Unicode characters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256 possible starting bytes: a complete, fixed starting alphabet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possible input string can always be encoded, with no unknown-token fallback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GPT-2, GPT-3, and GPT-4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WordPiece ranks candidate merges differently than BPE</a:t>
            </a:r>
            <a:endParaRPr lang="en-US" sz="2600" dirty="0"/>
          </a:p>
        </p:txBody>
      </p:sp>
      <p:pic>
        <p:nvPicPr>
          <p:cNvPr id="4" name="Image 0" descr="/home/claude/phase3/svgs/png/3-5-wordpiece-vs-bpe-sco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WordPiece scores a merge by likelihood gain, closer to pointwise mutual information than to raw frequency, so it can promote a rarer but more mutually predictive pair.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 treats whitespace as an ordinary symbol</a:t>
            </a:r>
            <a:endParaRPr lang="en-US" sz="2600" dirty="0"/>
          </a:p>
        </p:txBody>
      </p:sp>
      <p:pic>
        <p:nvPicPr>
          <p:cNvPr id="4" name="Image 0" descr="/home/claude/phase3/svgs/png/3-5-sentencepiece-whitespace-hand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347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89244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keeps tokenization fully reversible and makes the same tokenizer usable on languages without whitespace-delimited words.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Unigram: pruning a large vocabulary down to size</a:t>
            </a:r>
            <a:endParaRPr lang="en-US" sz="2600" dirty="0"/>
          </a:p>
        </p:txBody>
      </p:sp>
      <p:pic>
        <p:nvPicPr>
          <p:cNvPr id="4" name="Image 0" descr="/home/claude/phase3/svgs/png/3-5-unigram-lm-pru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536" y="1417320"/>
            <a:ext cx="9510623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expectation-maximization procedure repeatedly removes whichever tokens contribute least to the corpus likelihood.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text to token IDs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Normalization: consistent unicode and casing rules applied first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whitespace pre-tokenization: BPE and WordPiece typically do this, SentencePiece typically does not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Subword segmentation: BPE merges, WordPiece merges, or SentencePiece Unigram pruning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 lookup: the same fixed-integer-ID step covered in 3.1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 vs. WordPiece vs. SentencePiece (Unigram)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720340"/>
                <a:gridCol w="2720340"/>
                <a:gridCol w="2720340"/>
                <a:gridCol w="272034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BPE (byte-level)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WordPiece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SentencePiece (Unigram)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Vocabulary construction direction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Bottom-up: merge into larger units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Bottom-up: merge into larger units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Top-down: prune a large candidate set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Merge/prune criterion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 pair frequency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Likelihood gain (PMI-like)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EM-based likelihood loss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Whitespace handling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Typically pre-split first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Typically pre-split first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Ordinary symbol, no pre-split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Out-of-vocabulary behavior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(byte-level)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Falls back to [UNK]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Representative models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GPT-2, GPT-3, GPT-4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BERT, DistilBERT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T5, mT5, ALBERT, XLNet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are subword strategies; they differ in how the vocabulary is built and how a string gets split.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SERVICES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Fragmentation of ticker symbols in a general-purpose vocabulary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fund codes and less common ticker symbols fragment into pieces with no coherent meaning.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tokenizer fragmentation on the firm's actual ticker vocabulary before deployment, extending it where warranted.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ticker that tokenizes differently across a model upgrade can silently break exact-match logic in sanctions-list screening or trade surveillance.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Revalidating AML keyword rules after a base model upgrade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base model usually changes the tokenizer, which can change how regulatory keyword phrases segment.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 base model upgrade as a trigger to revalidate keyword-based monitoring rules against the new tokenizer.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AML rule tuned to a specific token boundary can silently stop matching, an undetected transaction-monitoring gap until the next audit.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&amp; Telecom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+ TELECOM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(Healthcare) Byte-level BPE's missing unknown-token safety net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Byte-level BPE encodes every string, including a pasted patient identifier that should have been redacted.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de-identification upstream of tokenization rather than relying on tokenizer behavior to surface leftovers.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team that treats an unknown-token signal as an implicit safety net gets none from byte-level BPE, a distinct PHI-exposure mechanism from a WordPiece pipeline that would at least emit [UNK].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E3E1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(Telecom) WordPiece underweighting rare high-severity alarm codes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246888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WordPiece's likelihood-based criterion favors common patterns, so a rare high-severity alarm code may never earn its own token.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92240" y="3566160"/>
            <a:ext cx="4800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042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Specifically verify stable tokenization of rare, high-severity codes, not just aggregate tokenizer quality metrics.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4663440"/>
            <a:ext cx="48006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for: </a:t>
            </a:r>
            <a:pPr indent="0" marL="0">
              <a:buNone/>
            </a:pPr>
            <a:r>
              <a:rPr lang="en-US" sz="1100" dirty="0">
                <a:solidFill>
                  <a:srgbClr val="A33A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rare critical code that never gets a dedicated token is systematically underweighted by a downstream severity classifier at exactly the moment during an outage when correct triage matters most.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criterion does BPE use to choose merges, and how does WordPiece's criterion differ?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Why does byte-level BPE eliminate the out-of-vocabulary problem entirely?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does the Unigram algorithm differ structurally from BPE and WordPiece?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is subword regularization, and which algorithm enables it?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42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3.5 · PHASE 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BPE: bottom-up merges by raw frequency; byte-level BPE has no OOV problem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WordPiece: bottom-up merges by likelihood gain, BERT's tokenizer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SentencePiece: whitespace as an ordinary symbol, language-independent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Unigram: prunes a large vocabulary down, enabling subword regularization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B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3.6 Scaling Laws &amp; Emergent Abilities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2026-08-21T22:17:05Z</dcterms:created>
  <dcterms:modified xsi:type="dcterms:W3CDTF">2026-08-21T22:17:05Z</dcterms:modified>
</cp:coreProperties>
</file>