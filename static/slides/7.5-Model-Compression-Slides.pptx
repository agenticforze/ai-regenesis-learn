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Model Compression:</a:t>
            </a:r>
          </a:p>
          <a:p>
            <a:pPr>
              <a:spcBef>
                <a:spcPts val="800"/>
              </a:spcBef>
            </a:pPr>
            <a:r>
              <a:rPr sz="2400" b="0">
                <a:solidFill>
                  <a:srgbClr val="5B8FC9"/>
                </a:solidFill>
              </a:rPr>
              <a:t>Distillation, Quantization, Pruning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7.5  ·  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D3D"/>
                </a:solidFill>
              </a:rPr>
              <a:t>The last two chapters covered giving a model new behavior and new knowledge. This chapter covers making a model smaller and cheaper to run, without giving up much of either.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5B8FC9"/>
                </a:solidFill>
              </a:rPr>
              <a:t>Fine-Tuning, Alignment &amp; Model Customization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What this chapter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Distillation: training a small student model to reproduce a large teacher's behavior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Quantization: representing the same weights with fewer bits, no architecture change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Pruning: removing weights outright, at scale, without retraining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Why these three techniques compose rather than compete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A hands-on INT8 quantization, with the size reduction and prediction match both measured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How the three techniques stack into one compressed, deployed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Three levers, each changing a different part of the model</a:t>
            </a:r>
          </a:p>
        </p:txBody>
      </p:sp>
      <p:pic>
        <p:nvPicPr>
          <p:cNvPr id="5" name="Picture 4" descr="7-5-three-lever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188720"/>
            <a:ext cx="8686800" cy="35677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Distillation changes the architecture, quantization changes storage, pruning changes weight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Distillation trains a smaller model on a larger one's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Hinton et al.: "compress the knowledge in an ensemble into a single model...easier to deploy" (building on Caruana et al.)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small student learns from the teacher's softened output probabilities, not just hard labels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Those probabilities carry information about which wrong answers the teacher considered plausible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"Improving the acoustic model of a heavily used commercial system" was a real production win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DistilBERT: "reduce the size of a BERT model by 40%, while retaining 97%...and being 60% faster"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Quantization shrinks storage per weight, in hours not a training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GPTQ: "quantize GPT models with 175 billion parameters in approximately four GPU hours"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"Reducing the bitwidth down to 3 or 4 bits per weight, with negligible accuracy degradation"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"End-to-end inference speedups...around 3.25x" on A100s, "4.5x" on cost-effective A6000s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Precise enough to "execute an 175 billion-parameter model inside a single GPU"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Usually the cheapest of the three to apply; commonly layered on top of a distilled or pruned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Pruning removes weights outright, without the retraining it used to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SparseGPT: "pruned to at least 50% sparsity in one-shot, without any retraining, at minimal loss"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On OPT-175B and BLOOM-176B: "60% unstructured sparsity with negligible increase in perplexity"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More than half the weights in those models can be zeroed out and ignored at inference time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"Generalizes to semi-structured (2:4 and 4:8) patterns," matching what hardware actually accelerates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"Compatible with weight quantization approaches"; pruning and quantization stack on the same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Quantize a model to INT8 and check what it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1: load DistilBERT (ordinary nn.Linear layers, unlike GPT-2-style Conv1D projections)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2: apply dynamic quantization to every nn.Linear layer and measure the new model size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3: check whether the quantized model still predicts the same masked-word answers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4: the size drops substantially, while top-1 predictions typically agree across sentences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The same shape of tradeoff GPTQ reported at 175B scale: meaningfully smaller, small bounded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Three techniques, each touching a different part of the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Distillation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Quantization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Pruning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What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The architecture: a smaller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How each weight is stored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How many weights exist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When it happens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During training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Usually after training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One-shot or during training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Reported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40% smaller, 97% capability (DistilBERT)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3-4 bits/weight, negligible loss (GPTQ)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50%+ sparsity, no retraining (SparseGPT)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Combines with the others?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Yes: can still be quantized and pruned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Yes: SparseGPT compatible with it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Yes: commonly stacked with quantization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7280"/>
                </a:solidFill>
              </a:rPr>
              <a:t>Each technique touches a different part of the model, which is why production systems stack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How the three techniques compose into one compressed model</a:t>
            </a:r>
          </a:p>
        </p:txBody>
      </p:sp>
      <p:pic>
        <p:nvPicPr>
          <p:cNvPr id="5" name="Picture 4" descr="7-5-ref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34" y="1188720"/>
            <a:ext cx="374662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No stage requires all three; a team can distill only, quantize only, prune only, or chain any combination.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Discuss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1. What does distillation actually change about a model, and how does that differ from quantization?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2. What specific tradeoff did DistilBERT report, and why are those specific numbers useful?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3. What did SparseGPT show about pruning relative to how pruning had traditionally been done?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4. Why does the Hands-On exercise use DistilBERT rather than a GPT-2-style model for quantization?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5. Why do production systems commonly apply all three techniques together rather than choosing just one?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