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3.2 · PHASE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Word2Vec to Contextual Embeddings (BERT-Era Shift)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embeddings first learned to train, then learned to depend on context.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Language Model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Word2Vec: skip-gram and CBOW, and how they turn co-occurrence into training signal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sampling: making training tractable at vocabulary scale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static embeddings can never resolve "bank" by context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architectural shift: ELMo and BERT compute vectors from the whole sequence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information specializes across a contextual encoder's layers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where polysemy resolution actually matters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 (2013) operationalized the distributional hypothesis into a trainable task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produces static embeddings: one fixed vector per word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ELMo (2018), then BERT (2018-19), computed vectors from the whole sentence instead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contextual embedding is computed fresh per occurrence, not looked up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"bank" now gets different vectors in different sentences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Skip-gram: predict context from a center word</a:t>
            </a:r>
            <a:endParaRPr lang="en-US" sz="2600" dirty="0"/>
          </a:p>
        </p:txBody>
      </p:sp>
      <p:pic>
        <p:nvPicPr>
          <p:cNvPr id="4" name="Image 0" descr="/home/claude/phase3/svgs/png/3-2-skipgram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322" y="1417320"/>
            <a:ext cx="1039305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good at this narrow prediction task forces similar-context words toward similar vectors.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sampling makes training tractable</a:t>
            </a:r>
            <a:endParaRPr lang="en-US" sz="2600" dirty="0"/>
          </a:p>
        </p:txBody>
      </p:sp>
      <p:pic>
        <p:nvPicPr>
          <p:cNvPr id="4" name="Image 0" descr="/home/claude/phase3/svgs/png/3-2-negative-samp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322" y="1417320"/>
            <a:ext cx="1039305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against a handful of sampled negatives, instead of a full-vocabulary softmax every step.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Word2Vec, formally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Skip-gram: maximize P(context word | center word), summed across the corpus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CBOW: predict the center word from the average of its context words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Skip-gram: better on rare words. CBOW: faster, slightly better on frequent words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Levy &amp; Goldberg (2014): skip-gram with negative sampling implicitly factorizes a co-occurrence matrix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static vector can't resolve context</a:t>
            </a:r>
            <a:endParaRPr lang="en-US" sz="2600" dirty="0"/>
          </a:p>
        </p:txBody>
      </p:sp>
      <p:pic>
        <p:nvPicPr>
          <p:cNvPr id="4" name="Image 0" descr="/home/claude/phase3/svgs/png/3-2-static-vs-contex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431" y="1417320"/>
            <a:ext cx="938883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occurrence of a word updates the same embedding row; there is no mechanism for two different vectors to emerge.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architectural shift</a:t>
            </a:r>
            <a:endParaRPr lang="en-US" sz="2600" dirty="0"/>
          </a:p>
        </p:txBody>
      </p:sp>
      <p:pic>
        <p:nvPicPr>
          <p:cNvPr id="4" name="Image 0" descr="/home/claude/phase3/svgs/png/3-2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373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293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ELMo's bidirectional LSTM, then BERT's bidirectional Transformer, compute a vector per occurrence from the whole sequence.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specialize, empirically</a:t>
            </a:r>
            <a:endParaRPr lang="en-US" sz="2600" dirty="0"/>
          </a:p>
        </p:txBody>
      </p:sp>
      <p:pic>
        <p:nvPicPr>
          <p:cNvPr id="4" name="Image 0" descr="/home/claude/phase3/svgs/png/3-2-layered-context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941" y="1417320"/>
            <a:ext cx="9993814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Tenney et al. (2019): earlier layers skew syntactic, later layers skew semantic. Not designed in; observed.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a contextual embedding for one token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token sequence: the whole sentence is available to the encoder at once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encoder: LSTM (ELMo) or Transformer (BERT) reads both directions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stack: lower layers skew syntactic, higher layers skew semantic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one contextual vector per token, per occurrence, not a lookup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vs. contextual embeddings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Word2Vec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BERT-style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or contextual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Handles polysemy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Shallow + negative sampling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Co-occurrence factorization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Bidirectional LSTM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Bidirectional Transformer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 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Lightweight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Lightweight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Largely superseded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for modern NLP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 and GloVe solved how to train from raw text; ELMo and BERT solved how to make the result depend on context.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Negation detection in radiology reports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evidence of fracture" must never be treated like "fracture present" by downstream systems.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embeddings represent a finding conditioned on its negation phrase, not scored in isolation.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negation failure that lets a negated finding trigger a false alert (or suppresses a real one) is a direct clinical-safety issue affecting a patient's care pathway.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Disambiguating overloaded abbreviations ("MS")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abbreviation can mean multiple sclerosis, mitral stenosis, or something else entirely.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embeddings of the surrounding clinical narrative disambiguate the intended expansion.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misresolved abbreviation in a decision support tool can point clinicians toward the wrong condition, a patient-safety failure a regulatory-clearance review must specifically test for.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"outage" in incident tickets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 "outage" can describe a single device fault or a network-wide event in ticket text.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embeddings of the surrounding ticket description distinguish device-scoped from network-wide language.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network-wide event misclassified as device-level directly delays the escalation that starts the outage-resolution SLA clock.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scoring during outage-driven contact spikes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use sarcasm ("great, another outage") that bag-of-words sentiment models read as positive.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embeddings score sentiment from the full surrounding conversation, capturing sarcasm.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misread sentiment signal during an active outage can suppress escalation of a high-churn-risk customer exactly when churn exposure is highest.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does skip-gram actually train the model to predict?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does negative sampling make training tractable?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Why can a static embedding never produce two different vectors for the same word?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architectural change lets BERT-style models compute contextual embeddings?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3.2 · PHASE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 turned the distributional hypothesis into a trainable objective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sampling makes that objective cheap at vocabulary scale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embeddings store one vector per word; they cannot resolve context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ELMo, then BERT, compute a vector per occurrence from the whole sequence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3.3 Language Modeling Objectives: Causal LM vs. Masked LM vs. Seq2Seq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2026-08-21T21:49:22Z</dcterms:created>
  <dcterms:modified xsi:type="dcterms:W3CDTF">2026-08-21T21:49:22Z</dcterms:modified>
</cp:coreProperties>
</file>