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6.5 · PHASE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RAG Patterns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search and reranking made the base pipeline accurate. These patterns decide what to search, what to index, and how many times to try.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&amp; Knowledge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HyDE: rewriting a query into a hypothetical answer before embedding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GraphRAG: a second, structural index built from entities and relationships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decomposition: splitting a multi-hop question into sub-questions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ReAct: interleaving reasoning and retrieval instead of running each once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Self-RAG: training a model to retrieve on-demand and critique its own output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pattern attaches to the pipeline Chapter 6.4 already built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patterns, three attachment points</a:t>
            </a:r>
            <a:endParaRPr lang="en-US" sz="2600" dirty="0"/>
          </a:p>
        </p:txBody>
      </p:sp>
      <p:pic>
        <p:nvPicPr>
          <p:cNvPr id="4" name="Image 0" descr="/home/claude/phase3/svgs/png/6-5-advanced-patterns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6848" y="1417320"/>
            <a:ext cx="79380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 and GraphRAG attach before and beside the base pipeline; the agentic loop wraps around all of it and can repeat.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 rewrites the query before it ever gets embedded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short or vague query embeds far from the detailed passages that would answer 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"HyDE first zero-shot instructs an instruction-following language model...to generate a hypothetical document"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document "captures relevance patterns but is unreal and may contain false details"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unsupervised contrastive encoder embeds the hypothetical document, not the raw query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second step ground[s] the generated document to the actual corpus, with the encoder's dense bottleneck filtering out the incorrect details"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HyDE: search with a hypothetical answer, not the query itself</a:t>
            </a:r>
            <a:endParaRPr lang="en-US" sz="2600" dirty="0"/>
          </a:p>
        </p:txBody>
      </p:sp>
      <p:pic>
        <p:nvPicPr>
          <p:cNvPr id="4" name="Image 0" descr="/home/claude/phase3/svgs/png/6-5-hyd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464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9009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encoder's limited capacity filters out hallucinated details while preserving the broad relevance pattern.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 builds a second index for questions no chunk can answer alone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retrieval answers what a passage says, not how the collection relates as a whole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LLM processes the entire private dataset, creating references to all entities and relationships"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builds "an LLM-generated knowledge graph"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graph is clustered: "perform a hierarchical clustering of the graph using the Leiden technique"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cluster gets a summary: "generate summaries of each community and its constituents from the bottom-up"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 query time: global search vs. local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search is for "reasoning about holistic questions about the corpus by leveraging the community summaries"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search is for "reasoning about specific entities by fanning-out to their neighbors and associated concepts"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flat chunk index has no equivalent of either mode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return passages that mention an entity, but has no summarized notion of that entity's community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no way to answer a question about the shape of the whole dataset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GraphRAG: a second index, built and queried differently</a:t>
            </a:r>
            <a:endParaRPr lang="en-US" sz="2600" dirty="0"/>
          </a:p>
        </p:txBody>
      </p:sp>
      <p:pic>
        <p:nvPicPr>
          <p:cNvPr id="4" name="Image 0" descr="/home/claude/phase3/svgs/png/6-5-graphrag-stru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048" y="1417320"/>
            <a:ext cx="746760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happens once and is expensive; global and local search then reason over that structure at query time.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decomposition splits a multi-hop question before retrieval runs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question that depends on connecting two or more facts embeds as one blended vector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retrieval pass over that blend tends to surface only the most dominant part of the question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"An LLM decomposes the original query into sub-questions"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"Passages are retrieved for each sub-question" independently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merged candidate pool is reranked to improve the coverage and precision of the retrieved evidence"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"Question decomposition effectively assembles complementary documents, while reranking reduces noise"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interleaves reasoning and retrieval instead of running each once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RAG reasons once, retrieves once, generates once, in a fixed order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"Enables language models to generate both verbal reasoning traces and text actions in an interleaved manner"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helps decide what to search for next ("reason to act")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back from a search feeds further reasoning ("act to reason")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fixed single pass cannot notice a bad first search and try again; a ReAct loop can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 trains the model to decide when to retrieve, and to critique itself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RAG retrieves a fixed number of passages on every query, needed or not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Self-RAG uses "special tokens, called reflection tokens" to decide when to retrieve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"adaptively retrieves passages on-demand"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tokens let it critique retrieved passages and its own generations for relevance and support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"Generating reflection tokens makes the LM controllable during the inference phase"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agentic loop: retrieval gets more than one attempt</a:t>
            </a:r>
            <a:endParaRPr lang="en-US" sz="2600" dirty="0"/>
          </a:p>
        </p:txBody>
      </p:sp>
      <p:pic>
        <p:nvPicPr>
          <p:cNvPr id="4" name="Image 0" descr="/home/claude/phase3/svgs/png/6-5-agentic-rag-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4242" y="1417320"/>
            <a:ext cx="8843211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Decomposition, ReAct, and Self-RAG are three different ways of giving retrieval more than one shot at getting it right.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patterns, four points of leverage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GraphRAG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Query decomposition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loop (ReAct / Self-RAG)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it changes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Rewrites the query before embedding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Adds a structural graph index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Splits one query into several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Wraps the cycle in a repeatable loop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extra LLM call per query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Expensive to build up front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retrieval pass per sub-question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Multiple LLM calls, or a specially trained 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suited for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Short, vague, jargon-light queries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Holistic questions about the whole corpus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Multi-hop questions with several facts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Open-ended or high-stakes questions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different points of leverage: rewriting the query, restructuring the index, splitting the question, or looping the whole cycle.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patterns wrapped around the Chapter 6.4 pipeline</a:t>
            </a:r>
            <a:endParaRPr lang="en-US" sz="2600" dirty="0"/>
          </a:p>
        </p:txBody>
      </p:sp>
      <p:pic>
        <p:nvPicPr>
          <p:cNvPr id="4" name="Image 0" descr="/home/claude/phase3/svgs/png/6-5-reference-architectur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3217" y="1417320"/>
            <a:ext cx="7305261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pattern in this chapter is additive: none of them requires abandoning the mechanics Chapter 6.4 established.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problem does HyDE solve, and why does embedding a generated hypothetical document work better than embedding the original query directly?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What kind of question can GraphRAG answer that a flat, chunk-based vector index cannot, and what two search modes does it offer?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How does query decomposition handle a multi-hop question, and why is reranking still needed after decomposition?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What does it mean for ReAct to interleave reasoning and acting, and what failure mode does that fix?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How does Self-RAG decide when to retrieve, and how does it differ from a pipeline that always retrieves a fixed number of passages?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2026-08-24T22:22:13Z</dcterms:created>
  <dcterms:modified xsi:type="dcterms:W3CDTF">2026-08-24T22:22:13Z</dcterms:modified>
</cp:coreProperties>
</file>