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Evaluating &amp; Benchmarking</a:t>
            </a:r>
          </a:p>
          <a:p>
            <a:pPr>
              <a:spcBef>
                <a:spcPts val="800"/>
              </a:spcBef>
            </a:pPr>
            <a:r>
              <a:rPr sz="2600" b="0">
                <a:solidFill>
                  <a:srgbClr val="5B8FC9"/>
                </a:solidFill>
              </a:rPr>
              <a:t>Fine-Tuned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7.6  ·  PHASE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D3D"/>
                </a:solidFill>
              </a:rPr>
              <a:t>Every technique in this phase changes a model. This chapter covers how to tell whether a change was actually an improvement, and why no single check answers that question alone.</a:t>
            </a:r>
          </a:p>
          <a:p>
            <a:pPr>
              <a:spcBef>
                <a:spcPts val="1400"/>
              </a:spcBef>
            </a:pPr>
            <a:r>
              <a:rPr sz="1300" b="1">
                <a:solidFill>
                  <a:srgbClr val="5B8FC9"/>
                </a:solidFill>
              </a:rPr>
              <a:t>Fine-Tuning, Alignment &amp; Model Customization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What this chapter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Task-specific held-out evals: did the fine-tune improve the behavior it targeted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General-capability benchmarks like MMLU: did the fine-tune cost anything outside that behavior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LLM-as-judge and human evaluation for open-ended output quality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Contamination: why no benchmark score means anything until it is ruled out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A hands-on regression eval harness, run before and after a narrow fine-tune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Where all three checks, and the contamination gate, fit before a model 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Three checks, and a contamination gate that cuts across all of them</a:t>
            </a:r>
          </a:p>
        </p:txBody>
      </p:sp>
      <p:pic>
        <p:nvPicPr>
          <p:cNvPr id="5" name="Picture 4" descr="7-6-three-check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188720"/>
            <a:ext cx="8686800" cy="34561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7280"/>
                </a:solidFill>
              </a:rPr>
              <a:t>None of the three checks substitutes for the others, and none means anything if contaminated.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General-capability benchmarks catch regressions a narrow task never would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MMLU: "a new test to measure a text model's multitask accuracy...57 tasks" (Hendrycks et al.)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A fine-tuned model's MMLU score dropping vs. its base model is a direct regression signal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The largest GPT-3 tested "improves over random chance by almost 20 percentage points"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Yet models show "near-random accuracy on some socially important subjects such as morality and law"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A benchmark this far from saturated is a genuinely useful regression signal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Open-ended output usually needs a judge, and it works, with real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"Evaluating LLM based chat assistants is challenging due to...the inadequacy of existing benchmarks" (Zheng et al.)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"Strong LLM judges like GPT-4 can match...human preferences well, achieving over 80% agreement"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That is the same level of agreement between two human raters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"Position, verbosity, and self-enhancement biases, as well as limited reasoning ability" documented too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Not useless; a tool whose known biases need active controlling for, not blind trust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No benchmark score means anything until contamination is ruled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"In the MMLU benchmark, ChatGPT and GPT-4...52% and 57%...in guessing the missing options"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A rate far above what genuine reasoning over an unfamiliar question would predict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Evidence consistent with the benchmark's exact text having appeared in training data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"A disparity between the inflated benchmark scores and the actual performance of LLMs"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A fine-tuning dataset can also accidentally include benchmark questions scraped from public 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Build a regression eval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1: define a small general-knowledge eval set, unrelated to the fine-tuning domain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2: score each answer choice by the model's log-probability of its letter (MMLU-style scoring)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3: fine-tune a copy on narrow domain text, then run the identical eval set against it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4: read the result as a regression signal, not a capability score, at this toy scale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The same eval set, before and after, turns forgetting into a concrete before-and-after number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&amp; RELATED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Three checks, each catching what the others miss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430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1005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Task-specific held-out eval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General-capability benchmark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LLM-as-judge / human eval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What it measures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Whether the targeted behavior improved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Whether anything else regressed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Open-ended quality scoring can't capture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Scoring method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Task-specific metric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Multiple-choice / exact-match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Pairwise or scored judgment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What it misses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Regressions outside its own task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Open-ended quality, task nuance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Position, verbosity, self-enhancement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Contamination risk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Real, if data overlaps held-out set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Real: MMLU recovered by guessing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Lower, but a biased judge can still favor it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7280"/>
                </a:solidFill>
              </a:rPr>
              <a:t>No single check answers all three questions; passing one can still fail silently on the other two.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Where each evaluation check fits before a model ships</a:t>
            </a:r>
          </a:p>
        </p:txBody>
      </p:sp>
      <p:pic>
        <p:nvPicPr>
          <p:cNvPr id="5" name="Picture 4" descr="7-6-ref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939" y="1188720"/>
            <a:ext cx="5367816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7280"/>
                </a:solidFill>
              </a:rPr>
              <a:t>A contamination check gates every other check; a score from a contaminated eval proves nothing.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Discuss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1. Why is a task-specific held-out eval not sufficient on its own to decide whether a fine-tune should ship?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2. What did Zheng et al. find about GPT-4-as-judge agreement, and what biases did they document alongside it?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3. What did the contamination study find about guessing MMLU's missing options, and why does that matter here?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4. In the Hands-On harness, what specifically changed between the base-model and fine-tuned-model accuracy runs?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5. Why does a contamination check need to come before the other checks are trusted, not just be one more check?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