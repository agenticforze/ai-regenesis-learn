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F2D3D"/>
                </a:solidFill>
              </a:rPr>
              <a:t>Single-Agent Reference</a:t>
            </a:r>
          </a:p>
          <a:p>
            <a:pPr>
              <a:spcBef>
                <a:spcPts val="1000"/>
              </a:spcBef>
            </a:pPr>
            <a:r>
              <a:rPr sz="3000">
                <a:solidFill>
                  <a:srgbClr val="5B8FC9"/>
                </a:solidFill>
              </a:rPr>
              <a:t>Architecture Blueprint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B7280"/>
                </a:solidFill>
              </a:rPr>
              <a:t>CHAPTER 8.10  ·  PHASE 8: AI AGENTS — FOUNDATIONS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8FC9"/>
                </a:solidFill>
              </a:rPr>
              <a:t>TL;DR / INTUITION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D3D"/>
                </a:solidFill>
              </a:rPr>
              <a:t>Almost no new mechanism, just one coherent assembly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600">
                <a:solidFill>
                  <a:srgbClr val="1F2D3D"/>
                </a:solidFill>
              </a:rPr>
              <a:t>•  Every layer already exists:</a:t>
            </a:r>
            <a:r>
              <a:rPr sz="1400">
                <a:solidFill>
                  <a:srgbClr val="6B7280"/>
                </a:solidFill>
              </a:rPr>
              <a:t>  perception, memory, tool use, planning, UX and confirmation were each built in Chapters 8.2 through 8.9.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F2D3D"/>
                </a:solidFill>
              </a:rPr>
              <a:t>•  Two vendors converge on the same shape:</a:t>
            </a:r>
            <a:r>
              <a:rPr sz="1400">
                <a:solidFill>
                  <a:srgbClr val="6B7280"/>
                </a:solidFill>
              </a:rPr>
              <a:t>  Anthropic frames it as "an LLM enhanced with augmentations," OpenAI decomposes it into model, tools, and guardrails.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F2D3D"/>
                </a:solidFill>
              </a:rPr>
              <a:t>•  Deliberately scoped to one agent:</a:t>
            </a:r>
            <a:r>
              <a:rPr sz="1400">
                <a:solidFill>
                  <a:srgbClr val="6B7280"/>
                </a:solidFill>
              </a:rPr>
              <a:t>  OpenAI's own recommendation is to "maximize a single agent's capabilities first" before reaching for multiple agents.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F2D3D"/>
                </a:solidFill>
              </a:rPr>
              <a:t>•  This chapter's job:</a:t>
            </a:r>
            <a:r>
              <a:rPr sz="1400">
                <a:solidFill>
                  <a:srgbClr val="6B7280"/>
                </a:solidFill>
              </a:rPr>
              <a:t>  wire all six layers together and trace one complete request through every one of them.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8FC9"/>
                </a:solidFill>
              </a:rPr>
              <a:t>HIGH-LEVEL EXPLANATION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D3D"/>
                </a:solidFill>
              </a:rPr>
              <a:t>Six layers, stacked bottom-up, cycled once per step</a:t>
            </a:r>
          </a:p>
        </p:txBody>
      </p:sp>
      <p:pic>
        <p:nvPicPr>
          <p:cNvPr id="5" name="Picture 4" descr="8-10-single-agent-blueprint-st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953" y="960120"/>
            <a:ext cx="8951789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8FC9"/>
                </a:solidFill>
              </a:rPr>
              <a:t>DEEP-DIVE · 1 OF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D3D"/>
                </a:solidFill>
              </a:rPr>
              <a:t>The Augmented LLM: The One Primitive Everything Extends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Anthropic:</a:t>
            </a:r>
            <a:r>
              <a:rPr sz="1300">
                <a:solidFill>
                  <a:srgbClr val="6B7280"/>
                </a:solidFill>
              </a:rPr>
              <a:t>  "The basic building block of agentic systems is an LLM enhanced with augmentations such as retrieval, tools, and memory."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OpenAI, same ground, different framing:</a:t>
            </a:r>
            <a:r>
              <a:rPr sz="1300">
                <a:solidFill>
                  <a:srgbClr val="6B7280"/>
                </a:solidFill>
              </a:rPr>
              <a:t>  model plus "external functions or APIs the agent can use to take action" plus "explicit guidelines and guardrails."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Start simple, both sources agree:</a:t>
            </a:r>
            <a:r>
              <a:rPr sz="1300">
                <a:solidFill>
                  <a:srgbClr val="6B7280"/>
                </a:solidFill>
              </a:rPr>
              <a:t>  "start with simple prompts, optimize them with comprehensive evaluation, and add multi-step agentic systems only when simpler solutions fall short."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Each layer earns its place by a checkable trigger:</a:t>
            </a:r>
            <a:r>
              <a:rPr sz="1300">
                <a:solidFill>
                  <a:srgbClr val="6B7280"/>
                </a:solidFill>
              </a:rPr>
              <a:t>  tools when the model's own text cannot supply an answer; memory once a task spans more than one turn; never by default.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8FC9"/>
                </a:solidFill>
              </a:rPr>
              <a:t>DEEP-DIVE · 2 OF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D3D"/>
                </a:solidFill>
              </a:rPr>
              <a:t>Perception, Context, and Memory: What Enters the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Two concerns, not one layer:</a:t>
            </a:r>
            <a:r>
              <a:rPr sz="1300">
                <a:solidFill>
                  <a:srgbClr val="6B7280"/>
                </a:solidFill>
              </a:rPr>
              <a:t>  a context constructor decides what to assemble this turn (Ch. 8.2, 8.6); memory decides what to retain across turns (Ch. 8.5).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Just-in-time vs. upfront retrieval:</a:t>
            </a:r>
            <a:r>
              <a:rPr sz="1300">
                <a:solidFill>
                  <a:srgbClr val="6B7280"/>
                </a:solidFill>
              </a:rPr>
              <a:t>  a real architectural choice inside this one layer, trading a larger initial context against an extra retrieval round-trip.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Concretely, for the order-status task:</a:t>
            </a:r>
            <a:r>
              <a:rPr sz="1300">
                <a:solidFill>
                  <a:srgbClr val="6B7280"/>
                </a:solidFill>
              </a:rPr>
              <a:t>  system message, short working-memory record, an order ID if supplied, and exactly two tool descriptions - nothing else.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Same discipline as Ch. 8.9's guideline 4:</a:t>
            </a:r>
            <a:r>
              <a:rPr sz="1300">
                <a:solidFill>
                  <a:srgbClr val="6B7280"/>
                </a:solidFill>
              </a:rPr>
              <a:t>  show only what is relevant, applied one layer lower, to what the model sees rather than what the user sees.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8FC9"/>
                </a:solidFill>
              </a:rPr>
              <a:t>DEEP-DIVE · 3 OF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D3D"/>
                </a:solidFill>
              </a:rPr>
              <a:t>Planning and Guardrails: What Happens Next, and Is It Allowed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Planning strategy is a real choice (Ch. 8.7):</a:t>
            </a:r>
            <a:r>
              <a:rPr sz="1300">
                <a:solidFill>
                  <a:srgbClr val="6B7280"/>
                </a:solidFill>
              </a:rPr>
              <a:t>  a narrow, cheap-to-verify task warrants reactive planning; costly intermediate steps warrant deliberative or branching strategies.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Guardrails answer a different question:</a:t>
            </a:r>
            <a:r>
              <a:rPr sz="1300">
                <a:solidFill>
                  <a:srgbClr val="6B7280"/>
                </a:solidFill>
              </a:rPr>
              <a:t>  OpenAI: "a critical component of any LLM-based deployment," "a layered defense mechanism" of several specialized checks.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Guardrail vs. confirmation gate:</a:t>
            </a:r>
            <a:r>
              <a:rPr sz="1300">
                <a:solidFill>
                  <a:srgbClr val="6B7280"/>
                </a:solidFill>
              </a:rPr>
              <a:t>  a guardrail asks whether an action is permitted at all; the gate assumes permission and asks whether a human should approve this instance.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Ties back to Ch. 8.8's autonomy spectrum:</a:t>
            </a:r>
            <a:r>
              <a:rPr sz="1300">
                <a:solidFill>
                  <a:srgbClr val="6B7280"/>
                </a:solidFill>
              </a:rPr>
              <a:t>  a copilot's explicit human-paired-in commitment generally warrants a stricter guardrail policy than a fully autonomous agent.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8FC9"/>
                </a:solidFill>
              </a:rPr>
              <a:t>DEEP-DIVE · 4 OF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D3D"/>
                </a:solidFill>
              </a:rPr>
              <a:t>Assembling the Blueprint: One Request, Every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The clean trace:</a:t>
            </a:r>
            <a:r>
              <a:rPr sz="1300">
                <a:solidFill>
                  <a:srgbClr val="6B7280"/>
                </a:solidFill>
              </a:rPr>
              <a:t>  context assembled, planner picks lookup, input guardrail clears it, reversibility check auto-proceeds, tool runs, output guardrail clears the result, loop returns for escalation, gate fires, done.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The failure-path trace:</a:t>
            </a:r>
            <a:r>
              <a:rPr sz="1300">
                <a:solidFill>
                  <a:srgbClr val="6B7280"/>
                </a:solidFill>
              </a:rPr>
              <a:t>  a scope violation is caught by the input guardrail before the tool ever runs - refused outright, never offered to a human as something to approve.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Why two layers, not one:</a:t>
            </a:r>
            <a:r>
              <a:rPr sz="1300">
                <a:solidFill>
                  <a:srgbClr val="6B7280"/>
                </a:solidFill>
              </a:rPr>
              <a:t>  conflating them either annoys reviewers with invalid actions dressed as approval requests, or lets a violation slip through if approval is ever bypassed.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The real test of layering:</a:t>
            </a:r>
            <a:r>
              <a:rPr sz="1300">
                <a:solidFill>
                  <a:srgbClr val="6B7280"/>
                </a:solidFill>
              </a:rPr>
              <a:t>  can one layer be swapped, a stricter guardrail, a harder task's planner, without changing the layers around it?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8FC9"/>
                </a:solidFill>
              </a:rPr>
              <a:t>DEEP-DIVE · 5 OF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D3D"/>
                </a:solidFill>
              </a:rPr>
              <a:t>What This Blueprint Is Not: Scope, Limits, What's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Deliberately single-agent:</a:t>
            </a:r>
            <a:r>
              <a:rPr sz="1300">
                <a:solidFill>
                  <a:srgbClr val="6B7280"/>
                </a:solidFill>
              </a:rPr>
              <a:t>  OpenAI: "our general recommendation is to maximize a single agent's capabilities first" before adding coordination overhead.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The overhead is concrete:</a:t>
            </a:r>
            <a:r>
              <a:rPr sz="1300">
                <a:solidFill>
                  <a:srgbClr val="6B7280"/>
                </a:solidFill>
              </a:rPr>
              <a:t>  every additional agent carries its own full six-layer stack - its own context budget, its own memory to keep consistent, its own guardrails to align.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A genuine candidate for splitting:</a:t>
            </a:r>
            <a:r>
              <a:rPr sz="1300">
                <a:solidFill>
                  <a:srgbClr val="6B7280"/>
                </a:solidFill>
              </a:rPr>
              <a:t>  a task that decomposes into independent sub-results a later step combines (Ch. 8.7's graph-of-thought), not a linear task cut apart for its own sake.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What multi-agent actually adds:</a:t>
            </a:r>
            <a:r>
              <a:rPr sz="1300">
                <a:solidFill>
                  <a:srgbClr val="6B7280"/>
                </a:solidFill>
              </a:rPr>
              <a:t>  each agent inside it is still this exact same blueprint, plus a coordination layer routing work between instances.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8FC9"/>
                </a:solidFill>
              </a:rPr>
              <a:t>COMPARISON &amp; RELATED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D3D"/>
                </a:solidFill>
              </a:rPr>
              <a:t>Each column adds structure only where the last one fell short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2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987552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Aspect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Minimal augmented LLM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Production single agent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Multi-agent system (future)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</a:tr>
              <a:tr h="987552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D3D"/>
                          </a:solidFill>
                        </a:rPr>
                        <a:t>What runs the reasoning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D3D"/>
                          </a:solidFill>
                        </a:rPr>
                        <a:t>One LLM call, retrieval and in-context examples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D3D"/>
                          </a:solidFill>
                        </a:rPr>
                        <a:t>All six layers of this chapter's stack, cycled by the agent loop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D3D"/>
                          </a:solidFill>
                        </a:rPr>
                        <a:t>Multiple instances of this same stack, plus a coordination layer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87552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D3D"/>
                          </a:solidFill>
                        </a:rPr>
                        <a:t>Planning strategy (Ch. 8.7)</a:t>
                      </a:r>
                    </a:p>
                  </a:txBody>
                  <a:tcPr>
                    <a:solidFill>
                      <a:srgbClr val="EDE4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D3D"/>
                          </a:solidFill>
                        </a:rPr>
                        <a:t>None: the single call is the whole answer</a:t>
                      </a:r>
                    </a:p>
                  </a:txBody>
                  <a:tcPr>
                    <a:solidFill>
                      <a:srgbClr val="EDE4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D3D"/>
                          </a:solidFill>
                        </a:rPr>
                        <a:t>Selected per task: reactive for cheap steps, deliberative for costly ones</a:t>
                      </a:r>
                    </a:p>
                  </a:txBody>
                  <a:tcPr>
                    <a:solidFill>
                      <a:srgbClr val="EDE4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D3D"/>
                          </a:solidFill>
                        </a:rPr>
                        <a:t>Selected per agent, plus routing among agents</a:t>
                      </a:r>
                    </a:p>
                  </a:txBody>
                  <a:tcPr>
                    <a:solidFill>
                      <a:srgbClr val="EDE4D3"/>
                    </a:solidFill>
                  </a:tcPr>
                </a:tc>
              </a:tr>
              <a:tr h="987552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D3D"/>
                          </a:solidFill>
                        </a:rPr>
                        <a:t>Guardrails and confirmation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D3D"/>
                          </a:solidFill>
                        </a:rPr>
                        <a:t>Whatever the base model provides by default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D3D"/>
                          </a:solidFill>
                        </a:rPr>
                        <a:t>Dedicated input/output guardrails, plus a reversibility-based gate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D3D"/>
                          </a:solidFill>
                        </a:rPr>
                        <a:t>The same layer per agent, plus policy on what one agent may ask another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87552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D3D"/>
                          </a:solidFill>
                        </a:rPr>
                        <a:t>When it is the right choice</a:t>
                      </a:r>
                    </a:p>
                  </a:txBody>
                  <a:tcPr>
                    <a:solidFill>
                      <a:srgbClr val="EDE4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D3D"/>
                          </a:solidFill>
                        </a:rPr>
                        <a:t>A task a single well-optimized call already handles reliably</a:t>
                      </a:r>
                    </a:p>
                  </a:txBody>
                  <a:tcPr>
                    <a:solidFill>
                      <a:srgbClr val="EDE4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D3D"/>
                          </a:solidFill>
                        </a:rPr>
                        <a:t>A task needing memory, planning, or actions, but one agent can own end to end</a:t>
                      </a:r>
                    </a:p>
                  </a:txBody>
                  <a:tcPr>
                    <a:solidFill>
                      <a:srgbClr val="EDE4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D3D"/>
                          </a:solidFill>
                        </a:rPr>
                        <a:t>A task that genuinely decomposes into separable sub-tasks</a:t>
                      </a:r>
                    </a:p>
                  </a:txBody>
                  <a:tcPr>
                    <a:solidFill>
                      <a:srgbClr val="EDE4D3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26364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
                  <a:srgbClr val="6B7280"/>
                </a:solidFill>
              </a:rPr>
              <a:t>A multi-agent system is this same blueprint replicated and coordinated, not a different architecture.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8FC9"/>
                </a:solidFill>
              </a:rPr>
              <a:t>REFERENCE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D3D"/>
                </a:solidFill>
              </a:rPr>
              <a:t>One request, traced through every layer of a single agent</a:t>
            </a:r>
          </a:p>
        </p:txBody>
      </p:sp>
      <p:pic>
        <p:nvPicPr>
          <p:cNvPr id="5" name="Picture 4" descr="refarch8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1526707" cy="5577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766560" y="1005840"/>
            <a:ext cx="493776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b="1" sz="1250">
                <a:solidFill>
                  <a:srgbClr val="1F2D3D"/>
                </a:solidFill>
              </a:rPr>
              <a:t>Context constructor</a:t>
            </a:r>
            <a:r>
              <a:rPr sz="1150">
                <a:solidFill>
                  <a:srgbClr val="6B7280"/>
                </a:solidFill>
              </a:rPr>
              <a:t>: assembles this turn's system prompt, working memory, and tool descriptions (Ch. 8.2, 8.6).</a:t>
            </a:r>
          </a:p>
          <a:p>
            <a:pPr>
              <a:spcAft>
                <a:spcPts val="700"/>
              </a:spcAft>
            </a:pPr>
            <a:r>
              <a:rPr b="1" sz="1250">
                <a:solidFill>
                  <a:srgbClr val="1F2D3D"/>
                </a:solidFill>
              </a:rPr>
              <a:t>Memory store</a:t>
            </a:r>
            <a:r>
              <a:rPr sz="1150">
                <a:solidFill>
                  <a:srgbClr val="6B7280"/>
                </a:solidFill>
              </a:rPr>
              <a:t>: supplies working context and scored external retrieval (Ch. 8.5).</a:t>
            </a:r>
          </a:p>
          <a:p>
            <a:pPr>
              <a:spcAft>
                <a:spcPts val="700"/>
              </a:spcAft>
            </a:pPr>
            <a:r>
              <a:rPr b="1" sz="1250">
                <a:solidFill>
                  <a:srgbClr val="1F2D3D"/>
                </a:solidFill>
              </a:rPr>
              <a:t>Planner</a:t>
            </a:r>
            <a:r>
              <a:rPr sz="1150">
                <a:solidFill>
                  <a:srgbClr val="6B7280"/>
                </a:solidFill>
              </a:rPr>
              <a:t>: chooses the next action using this task's own planning strategy (Ch. 8.7).</a:t>
            </a:r>
          </a:p>
          <a:p>
            <a:pPr>
              <a:spcAft>
                <a:spcPts val="700"/>
              </a:spcAft>
            </a:pPr>
            <a:r>
              <a:rPr b="1" sz="1250">
                <a:solidFill>
                  <a:srgbClr val="1F2D3D"/>
                </a:solidFill>
              </a:rPr>
              <a:t>Input guardrail</a:t>
            </a:r>
            <a:r>
              <a:rPr sz="1150">
                <a:solidFill>
                  <a:srgbClr val="6B7280"/>
                </a:solidFill>
              </a:rPr>
              <a:t>: checks the planner's chosen action against policy before anything executes.</a:t>
            </a:r>
          </a:p>
          <a:p>
            <a:pPr>
              <a:spcAft>
                <a:spcPts val="700"/>
              </a:spcAft>
            </a:pPr>
            <a:r>
              <a:rPr b="1" sz="1250">
                <a:solidFill>
                  <a:srgbClr val="1F2D3D"/>
                </a:solidFill>
              </a:rPr>
              <a:t>Reversibility check</a:t>
            </a:r>
            <a:r>
              <a:rPr sz="1150">
                <a:solidFill>
                  <a:srgbClr val="6B7280"/>
                </a:solidFill>
              </a:rPr>
              <a:t>: Ch. 8.9's gate: decides whether the action can auto-proceed or needs approval first.</a:t>
            </a:r>
          </a:p>
          <a:p>
            <a:pPr>
              <a:spcAft>
                <a:spcPts val="700"/>
              </a:spcAft>
            </a:pPr>
            <a:r>
              <a:rPr b="1" sz="1250">
                <a:solidFill>
                  <a:srgbClr val="1F2D3D"/>
                </a:solidFill>
              </a:rPr>
              <a:t>Confirmation gate</a:t>
            </a:r>
            <a:r>
              <a:rPr sz="1150">
                <a:solidFill>
                  <a:srgbClr val="6B7280"/>
                </a:solidFill>
              </a:rPr>
              <a:t>: pauses an irreversible or high-stakes action for explicit human approval.</a:t>
            </a:r>
          </a:p>
          <a:p>
            <a:pPr>
              <a:spcAft>
                <a:spcPts val="700"/>
              </a:spcAft>
            </a:pPr>
            <a:r>
              <a:rPr b="1" sz="1250">
                <a:solidFill>
                  <a:srgbClr val="1F2D3D"/>
                </a:solidFill>
              </a:rPr>
              <a:t>Tool executor</a:t>
            </a:r>
            <a:r>
              <a:rPr sz="1150">
                <a:solidFill>
                  <a:srgbClr val="6B7280"/>
                </a:solidFill>
              </a:rPr>
              <a:t>: runs the approved action against the real world (Ch. 8.4).</a:t>
            </a:r>
          </a:p>
          <a:p>
            <a:pPr>
              <a:spcAft>
                <a:spcPts val="700"/>
              </a:spcAft>
            </a:pPr>
            <a:r>
              <a:rPr b="1" sz="1250">
                <a:solidFill>
                  <a:srgbClr val="1F2D3D"/>
                </a:solidFill>
              </a:rPr>
              <a:t>Status layer</a:t>
            </a:r>
            <a:r>
              <a:rPr sz="1150">
                <a:solidFill>
                  <a:srgbClr val="6B7280"/>
                </a:solidFill>
              </a:rPr>
              <a:t>: shows the user what is happening, sized to the action's duration (Ch. 8.9).</a:t>
            </a:r>
          </a:p>
          <a:p>
            <a:pPr>
              <a:spcAft>
                <a:spcPts val="700"/>
              </a:spcAft>
            </a:pPr>
            <a:r>
              <a:rPr b="1" sz="1250">
                <a:solidFill>
                  <a:srgbClr val="1F2D3D"/>
                </a:solidFill>
              </a:rPr>
              <a:t>Observation</a:t>
            </a:r>
            <a:r>
              <a:rPr sz="1150">
                <a:solidFill>
                  <a:srgbClr val="6B7280"/>
                </a:solidFill>
              </a:rPr>
              <a:t>: captures the tool executor's real-world result before any guardrail or planner sees it.</a:t>
            </a:r>
          </a:p>
          <a:p>
            <a:pPr>
              <a:spcAft>
                <a:spcPts val="700"/>
              </a:spcAft>
            </a:pPr>
            <a:r>
              <a:rPr b="1" sz="1250">
                <a:solidFill>
                  <a:srgbClr val="1F2D3D"/>
                </a:solidFill>
              </a:rPr>
              <a:t>Output guardrail</a:t>
            </a:r>
            <a:r>
              <a:rPr sz="1150">
                <a:solidFill>
                  <a:srgbClr val="6B7280"/>
                </a:solidFill>
              </a:rPr>
              <a:t>: checks the real result against policy before it reaches the user or the planner.</a:t>
            </a:r>
          </a:p>
          <a:p>
            <a:pPr>
              <a:spcAft>
                <a:spcPts val="700"/>
              </a:spcAft>
            </a:pPr>
            <a:r>
              <a:rPr b="1" sz="1250">
                <a:solidFill>
                  <a:srgbClr val="1F2D3D"/>
                </a:solidFill>
              </a:rPr>
              <a:t>Finish</a:t>
            </a:r>
            <a:r>
              <a:rPr sz="1150">
                <a:solidFill>
                  <a:srgbClr val="6B7280"/>
                </a:solidFill>
              </a:rPr>
              <a:t>: reached only once the output guardrail finds the task complete; otherwise control returns to the planner.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8FC9"/>
                </a:solidFill>
              </a:rPr>
              <a:t>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D3D"/>
                </a:solidFill>
              </a:rPr>
              <a:t>A complete single-agent loop, assembled and run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Every layer, reduced to its essential behavior:</a:t>
            </a:r>
            <a:r>
              <a:rPr sz="1300">
                <a:solidFill>
                  <a:srgbClr val="6B7280"/>
                </a:solidFill>
              </a:rPr>
              <a:t>  a context constructor, a reactive planner, a tool executor, and a guardrail table keyed by Ch. 8.9's reversibility check.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One loop wires them together:</a:t>
            </a:r>
            <a:r>
              <a:rPr sz="1300">
                <a:solidFill>
                  <a:srgbClr val="6B7280"/>
                </a:solidFill>
              </a:rPr>
              <a:t>  run_agent() checks the reversibility gate before any tool actually runs, exactly like the reference architecture diagram.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Three scenarios, same six functions:</a:t>
            </a:r>
            <a:r>
              <a:rPr sz="1300">
                <a:solidFill>
                  <a:srgbClr val="6B7280"/>
                </a:solidFill>
              </a:rPr>
              <a:t>  delivered order (3 steps, no gate), delayed order (5 steps, gate fires before escalation), missing order ID (2 steps, asks rather than guesses).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The honest limitation:</a:t>
            </a:r>
            <a:r>
              <a:rPr sz="1300">
                <a:solidFill>
                  <a:srgbClr val="6B7280"/>
                </a:solidFill>
              </a:rPr>
              <a:t>  plan_next_action is a fixed decision tree because this task's action space is small - a harder task plugs a Ch. 8.7 planning strategy into this same slot without touching any other layer.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