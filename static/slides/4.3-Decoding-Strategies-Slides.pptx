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4.3 · PHASE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LLMs Generate Text: Decoding Strategies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 that turns a model's per-token probabilities into an actual sequence, and why maximizing likelihood is not always the right goal.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decoding and beam search: maximizing sequence likelihood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maximizing likelihood produces repetitive, degenerate 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 reshaping the distribution's sharpness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sampling vs. nucleus (top-p) sampling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 decoding: the same output, produced faster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decoding strategy turns an LLM's per-token probabilities into an actual chosen sequence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decoding and beam search maximize likelihood, but tend toward repetitive, generic 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top-k, and nucleus (top-p) sampling introduce controlled randomness instead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Nucleus sampling adapts its candidate pool to the distribution's actual shape; top-k does not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 decoding is a separate axis: same output, produced faster with a small draft model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determinism for variety</a:t>
            </a:r>
            <a:endParaRPr lang="en-US" sz="2600" dirty="0"/>
          </a:p>
        </p:txBody>
      </p:sp>
      <p:pic>
        <p:nvPicPr>
          <p:cNvPr id="4" name="Image 0" descr="/home/claude/phase3/svgs/png/4-3-decoding-strategies-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strategy answers the same question differently: given a full probability distribution over the next token, which token actually gets chosen?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of maximizing sequence likelihood</a:t>
            </a:r>
            <a:endParaRPr lang="en-US" sz="2600" dirty="0"/>
          </a:p>
        </p:txBody>
      </p:sp>
      <p:pic>
        <p:nvPicPr>
          <p:cNvPr id="4" name="Image 0" descr="/home/claude/phase3/svgs/png/4-3-greedy-vs-beam-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decoding follows one path; beam search tracks several candidate sequences at once, pruning back to the top k at every step.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maximizing likelihood backfires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Holtzman et al. (2019): real human text is not the maximum-probability continuation at each point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writing carries substantial local unpredictability that likelihood-maximizing search strips out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greedy decoding and beam search keep finding that repeating themselves is the locally "safest" choice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noticeably repetitive, generic text, often looping on the same phrase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distribution, three temperatures</a:t>
            </a:r>
            <a:endParaRPr lang="en-US" sz="2600" dirty="0"/>
          </a:p>
        </p:txBody>
      </p:sp>
      <p:pic>
        <p:nvPicPr>
          <p:cNvPr id="4" name="Image 0" descr="/home/claude/phase3/svgs/png/4-3-temperature-distribution-sh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516" y="1417320"/>
            <a:ext cx="1014466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scales the logits before the softmax; it does not change which token is most probable, only how concentrated or spread out the probabilities are.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pool size vs. adaptive pool size</a:t>
            </a:r>
            <a:endParaRPr lang="en-US" sz="2600" dirty="0"/>
          </a:p>
        </p:txBody>
      </p:sp>
      <p:pic>
        <p:nvPicPr>
          <p:cNvPr id="4" name="Image 0" descr="/home/claude/phase3/svgs/png/4-3-topk-vs-nucleus-samp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(Fan et al., 2018) always keeps a fixed number of tokens. Nucleus sampling (Holtzman et al., 2019) adapts the pool to the distribution's actual shape.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 decoding: same output, fewer expensive forward passes</a:t>
            </a:r>
            <a:endParaRPr lang="en-US" sz="2600" dirty="0"/>
          </a:p>
        </p:txBody>
      </p:sp>
      <p:pic>
        <p:nvPicPr>
          <p:cNvPr id="4" name="Image 0" descr="/home/claude/phase3/svgs/png/4-3-speculative-decoding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516" y="1417320"/>
            <a:ext cx="1014466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Leviathan et al., 2023: a small draft model proposes tokens; the full target model verifies them in one pass, provably preserving the exact same output distribution.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decode, one orthogonal speed layer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decoding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Beam 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Temperature / top-k / nucleus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Speculative decoding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controls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single token: always highest-probability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full sequence, tracking k candidates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much randomness is introduced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fast tokens are produced, not which ones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always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always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by 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matches target model exactly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 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extraction,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Translation, one clear best sequence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writing, chat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strategy, purely to cut latency/cost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Repetitive, degenerate 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Expensive; same bland tendency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high a temperature risks incoherence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a well-matched draft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decoding and beam search both maximize likelihood and share its degeneration risk; sampling trades determinism for variety; speculative decoding is orthogonal to all three.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decoding strategy for a task</a:t>
            </a:r>
            <a:endParaRPr lang="en-US" sz="2600" dirty="0"/>
          </a:p>
        </p:txBody>
      </p:sp>
      <p:pic>
        <p:nvPicPr>
          <p:cNvPr id="4" name="Image 0" descr="/home/claude/phase3/svgs/png/4-3-decoding-strategies-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need, then variety need, then a separate latency check, determine both the decoding strategy and whether to layer speculative decoding on top.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greedy decoding for structured financial-figure extraction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pipeline extracting numeric fields from filings needs the exact same input to produce the exact same extracted values every time.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greedy decoding (or temperature near zero) for this extraction task specifically.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pipeline run with nonzero-temperature sampling can extract a different value from the identical document on a re-run, an inconsistency an auditor reconciling two runs would have no reason to expect from what looks like deterministic processing.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speculative decoding does not require re-validating a model's output distribution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engineering team wants speculative decoding to cut latency in a trading-support assistant, but compliance is unsure if prior validation still applies.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mathematically that speculative decoding preserves the target model's exact output distribution, so only the draft model's latency benefit needs checking.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compliance team that treats speculative decoding as an output change can waste effort re-validating outputs that provably did not change, or miss it if an implementation actually deviated from the equivalence guarantee.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Recognizing higher sampling temperature can raise hallucination risk in clinical documentation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clinical documentation assistant tuned toward higher temperature for natural phrasing occasionally introduces a plausible but incorrect clinical term.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temperature low for clinical-content-bearing generation, reserving higher temperature only for non-clinical stylistic choices.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wider pool of plausible-but-lower-probability tokens at higher temperature meaningfully raises the chance an incorrect medical term enters a patient record where it could be mistaken for a verified finding.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Using greedy decoding for structured alarm-to-ticket field generation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 pipeline turning network alarms into ticket fields needs the same alarm data to reliably produce the same fields for downstream routing.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greedy decoding for this field-generation step, reserving sampling for natural-language ticket narratives elsewhere.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field-generation step run with sampling-based decoding could route the identical alarm to a different team on different runs, undermining the deterministic routing logic the rest of the pipeline depends 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does maximizing sequence likelihood tend to produce repetitive, degenerate text?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does temperature control, and what happens as it approaches 0 versus grows large?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the key structural difference between top-k and nucleus (top-p) sampling?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does speculative decoding change about a model's output, and what does it not change?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4.3 · PHASE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Decoding strategy is a separate choice from the model itself: how probabilities become a sequence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Maximizing likelihood (greedy, beam search) is not the same as matching real human text statistics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Nucleus sampling adapts its candidate pool to the distribution's shape; top-k does not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 decoding changes speed only, provably preserving the target model's output distribution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4.4 Multimodal Generative AI: Text-to-Image, Text-to-Video, Speech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2026-08-22T09:04:36Z</dcterms:created>
  <dcterms:modified xsi:type="dcterms:W3CDTF">2026-08-22T09:04:36Z</dcterms:modified>
</cp:coreProperties>
</file>