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What is parameter sharing in a convolutional layer, and why does it make CNNs so much more efficient than a fully connected layer on image data?
A1: The same filter weights are reused at every spatial position, rather than each position having its own weights. A fully connected layer needs a separate weight per pixel per unit, which grows enormous for realistic images, while a convolutional layer's parameter count depends only on filter size and channel counts.
Q2: What does max pooling do, and what two benefits does it provide?
A2: It takes the maximum value in each small non-overlapping region of a feature map, reducing spatial size. This reduces later computation and adds tolerance to a pattern shifting by a small number of pixels, since the same maximum often survives a small translation.
Q3: What is a receptive field, and why do later CNN layers detect more complex patterns?
A3: A unit's receptive field is the region of the original input its value depends on. Each layer expands the receptive field of later units, so deeper units depend on a larger input region and can combine simpler earlier patterns into more complex, composite ones.
Q4: What problem did ResNet's residual connections solve?
A4: Beyond a certain depth, stacking more plain convolutional layers caused accuracy to degrade, even on the training set, distinct from overfitting. Residual connections let a block learn a residual added back to its own input, so a block with nothing to add can more easily pass its input through unchanged, letting networks scale past a hundred layers.
Q5: How do stride and padding each affect a convolutional layer's output size?
A5: Stride controls how many pixels the filter shifts between positions; a larger stride produces a smaller output. Padding adds pixels around the input's border; same padding keeps output size equal to input size, while valid padding (no padding) shrinks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73152"/>
          </a:xfrm>
          <a:prstGeom prst="rect">
            <a:avLst/>
          </a:prstGeom>
          <a:solidFill>
            <a:srgbClr val="5598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Deep Learning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Networks: Architecture &amp; Use Cases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Convolution, pooling, receptive fields, and the LeNet-5, AlexNet, and ResNet milestones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2.3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406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TL;DR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High-Level: convolution and pooling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Deep-Dive: parameter sharing, receptive fields, LeNet/AlexNet/ResNet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&amp; Related Concepts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Architecture: a LeNet-style pipeline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Use Cases (Finance, Healthcare, Telecom)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Your Understanding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TL;DR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connected MLP treats every input feature as independent, which wastes the spatial structure images have: an edge looks the same wherever it appears in the frame.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exploits that structure with a small filter that slides across the entire image, reusing the same weights at every position instead of learning a separate weight per pixel.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parameter sharing makes CNNs dramatically more efficient than a fully connected network on image data.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convolution and pooling layers builds a hierarchy of features automatically: edges, then textures, then object parts, then whole objects.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convolution operation</a:t>
            </a:r>
            <a:endParaRPr lang="en-US" sz="2100" dirty="0"/>
          </a:p>
        </p:txBody>
      </p:sp>
      <p:pic>
        <p:nvPicPr>
          <p:cNvPr id="3" name="Image 0" descr="/tmp/deck-zYAFox/diag0-2-3-convolution-op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13" y="868680"/>
            <a:ext cx="7230173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small filter is reused at every position, which is why a CNN needs far fewer parameters than a fully connected layer.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and padding change output size</a:t>
            </a:r>
            <a:endParaRPr lang="en-US" sz="2100" dirty="0"/>
          </a:p>
        </p:txBody>
      </p:sp>
      <p:pic>
        <p:nvPicPr>
          <p:cNvPr id="3" name="Image 0" descr="/tmp/deck-zYAFox/diag1-2-3-stride-pad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2756"/>
            <a:ext cx="8229600" cy="32922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= floor((W - F + 2P) / S) + 1, where W is input size, F filter size, P padding, S stride.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pooling downsamples feature maps</a:t>
            </a:r>
            <a:endParaRPr lang="en-US" sz="2100" dirty="0"/>
          </a:p>
        </p:txBody>
      </p:sp>
      <p:pic>
        <p:nvPicPr>
          <p:cNvPr id="3" name="Image 0" descr="/tmp/deck-zYAFox/diag2-2-3-max-poo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11" y="868680"/>
            <a:ext cx="7965579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size drops sharply; the largest activation in each region survives, adding some tolerance to small shifts.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Receptive field grows with depth</a:t>
            </a:r>
            <a:endParaRPr lang="en-US" sz="2100" dirty="0"/>
          </a:p>
        </p:txBody>
      </p:sp>
      <p:pic>
        <p:nvPicPr>
          <p:cNvPr id="3" name="Image 0" descr="/tmp/deck-zYAFox/diag3-2-3-receptive-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68680"/>
            <a:ext cx="7040880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convolutional layer expands the region of the original input that a later unit's value depends on.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ResNet's residual (skip) connection</a:t>
            </a:r>
            <a:endParaRPr lang="en-US" sz="2100" dirty="0"/>
          </a:p>
        </p:txBody>
      </p:sp>
      <p:pic>
        <p:nvPicPr>
          <p:cNvPr id="3" name="Image 0" descr="/tmp/deck-zYAFox/diag4-2-3-resnet-skip-conn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841" y="868680"/>
            <a:ext cx="7446318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only needs to learn F(x) = 0 to pass its input through unchanged, which is why very deep ResNets still train well.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Related Concepts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Connected MLP (2.1)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 + Hand Features (1.5)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count on image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Low: filters are reused across positions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high: one weight per pixel per unit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but features are hand-designed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Exploits spatial locality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by construction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treats every pixel independently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the hand-designed features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learned end-to-end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but impractical on raw images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 human designs the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tolerance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Some, from pooling and shared filters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None, a shifted pattern looks entirely new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the specific features chosen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CNN's inductive bias (locality and shared weights) is what makes it practical on raw images at all.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zYAFox/grid0-uc-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zYAFox/grid1-uc-health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zYAFox/grid2-uc-telec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parameter sharing in a convolutional layer, and why does it make CNNs so much more efficient than a fully connected layer on image data?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max pooling do, and what two benefits does it provide?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a receptive field, and why do later CNN layers detect more complex patterns?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problem did ResNet's residual connections solve?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 stride and padding each affect a convolutional layer's output size?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reuses the same small filter at every position in an image (parameter sharing), which is why it needs far fewer weights than a fully connected layer on the same data.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downsamples feature maps, reducing computation and adding some tolerance to small shifts.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convolution and pooling layers builds a hierarchy of features automatically, from edges to textures to object parts to whole objects, because each layer expands the receptive field of the units that follow it.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 proved CNNs could learn their own features end-to-end; AlexNet scaled the idea with ReLU and GPUs to win ImageNet 2012 and trigger the deep learning boom in vision.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ResNet's residual connections let very deep networks (100+ layers) keep improving by letting a block default to passing its input through unchanged.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LeCun, Y., Bottou, L., Bengio, Y., and Haffner, P. (1998). Gradient-Based Learning Applied to Document Recognition. Proceedings of the IEEE. — https://ieeexplore.ieee.org/document/726791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Krizhevsky, A., Sutskever, I., and Hinton, G. (2012). ImageNet Classification with Deep Convolutional Neural Networks. NeurIPS. — https://papers.nips.cc/paper/4824-imagenet-classification-with-deep-convolutional-neural-networks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K., Zhang, X., Ren, S., and Sun, J. (2016). Deep Residual Learning for Image Recognition. CVPR. — https://arxiv.org/abs/1512.03385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Networks: Architecture &amp; Use Cases</dc:title>
  <dc:subject>PptxGenJS Presentation</dc:subject>
  <dc:creator>RegAITraining</dc:creator>
  <cp:lastModifiedBy>RegAITraining</cp:lastModifiedBy>
  <cp:revision>1</cp:revision>
  <dcterms:created xsi:type="dcterms:W3CDTF">2026-08-20T23:30:07Z</dcterms:created>
  <dcterms:modified xsi:type="dcterms:W3CDTF">2026-08-20T23:30:07Z</dcterms:modified>
</cp:coreProperties>
</file>