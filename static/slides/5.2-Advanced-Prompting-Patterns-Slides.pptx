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5.2 · PHASE 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6984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Prompting Patterns: Chain-of-Thought, Self-Consistency, Tree-of-Thought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4709160"/>
            <a:ext cx="2926080" cy="0"/>
          </a:xfrm>
          <a:prstGeom prst="line">
            <a:avLst/>
          </a:prstGeom>
          <a:noFill/>
          <a:ln w="38100">
            <a:solidFill>
              <a:srgbClr val="184F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937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ways to elicit and stabilize multi-step reasoning, from a single answer to a searched, backtracking tree.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&amp; LLM Application Development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chapter covers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Chain-of-thought (CoT) prompting and why its benefit is scale-dependent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 CoT: eliciting reasoning with no worked examples at all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Self-consistency: sampling multiple reasoning paths and voting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Tree-of-thought: searching and backtracking across partial solutions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Least-to-most prompting and the limits of trusting a reasoning trace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use cases across Finance, Healthcare, and Telecom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TL;DR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short version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 (Wei et al.): writing out reasoning steps helps mainly at roughly 100B+ parameters, and can hurt smaller models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 CoT (Kojima et al.): "Let's think step by step" elicits similar reasoning with no worked examples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Self-consistency (Wang et al.): sample several reasoning paths, take the majority-vote answer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Tree-of-thought (Yao et al.): search and backtrack across a tree of partial reasoning steps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technique trades more inference cost for more reliability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of them guarantees a fluent reasoning trace faithfully reflects the model's actual process (Turpin et al.)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prompting strategies compared</a:t>
            </a:r>
            <a:endParaRPr lang="en-US" sz="2600" dirty="0"/>
          </a:p>
        </p:txBody>
      </p:sp>
      <p:pic>
        <p:nvPicPr>
          <p:cNvPr id="4" name="Image 0" descr="/home/claude/phase3/svgs/png/5-2-four-reasoning-strategies-compa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8598" y="1417320"/>
            <a:ext cx="933450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strategy adds more deliberate reasoning and more inference cost, from a single direct answer to a searched, backtracking tree of partial solutions.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Chain-of-thought's benefit is scale-dependent</a:t>
            </a:r>
            <a:endParaRPr lang="en-US" sz="2600" dirty="0"/>
          </a:p>
        </p:txBody>
      </p:sp>
      <p:pic>
        <p:nvPicPr>
          <p:cNvPr id="4" name="Image 0" descr="/home/claude/phase3/svgs/png/5-2-cot-scale-depend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0536" y="1417320"/>
            <a:ext cx="9510623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 et al., 2022: CoT prompting "does not positively impact performance for small models," and only helps around 100B+ parameters; below that, models produce "fluent but illogical chains of thought."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 chain-of-thought: no worked examples required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Kojima et al., 2022: appending "Let's think step by step" before the answer, with zero CoT demonstrations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Reliably elicits similar step-by-step reasoning to few-shot CoT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Produces large accuracy gains over a plain zero-shot prompt, e.g. roughly 18% to roughly 79% on one benchmark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the reasoning benefit does not strictly require worked examples in the prompt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Self-consistency: sampling multiple paths and voting</a:t>
            </a:r>
            <a:endParaRPr lang="en-US" sz="2600" dirty="0"/>
          </a:p>
        </p:txBody>
      </p:sp>
      <p:pic>
        <p:nvPicPr>
          <p:cNvPr id="4" name="Image 0" descr="/home/claude/phase3/svgs/png/5-2-self-consistency-vo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1999" y="1417320"/>
            <a:ext cx="9227698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Wang et al., 2022/2023: a genuinely correct answer tends to be reachable by multiple valid lines of reasoning, so majority voting across sampled paths improves accuracy over one greedily decoded path.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Tree-of-thought: searching and backtracking</a:t>
            </a:r>
            <a:endParaRPr lang="en-US" sz="2600" dirty="0"/>
          </a:p>
        </p:txBody>
      </p:sp>
      <p:pic>
        <p:nvPicPr>
          <p:cNvPr id="4" name="Image 0" descr="/home/claude/phase3/svgs/png/5-2-tree-of-thought-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5288" y="1417320"/>
            <a:ext cx="896112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Yao et al., 2023: maintaining a tree of partial solutions and backtracking away from unpromising branches raised success on a constrained arithmetic puzzle from 4% to 74%.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Decomposition, and the limits of a reasoning trace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Least-to-most prompting (Zhou et al.): decompose a problem into subproblems, solve in order, feed each solution forward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Reached over 99% on one compositional generalization benchmark versus roughly 16% for standard CoT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Turpin et al.: CoT explanations can be systematically unfaithful, biased inputs shift the answer without the stated reasoning ever mentioning the bias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CoT trace can be a useful tool for better answers while still being an unreliable explanation of why an answer was reached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&amp; RELATED CONCEPTS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points on a cost-versus-reliability spectrum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4206240"/>
        </p:xfrm>
        <a:graphic>
          <a:graphicData uri="http://schemas.openxmlformats.org/drawingml/2006/table">
            <a:tbl>
              <a:tblPr/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Chain-of-thought (few-shot)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Zero-shot CoT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Self-consistency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Tree-of-thought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mechanism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Worked reasoning examples in the prompt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"Let's think step by step," no examples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Multiple sampled paths, majority vote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searched, self-evaluated tree of partial paths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Backtracks on a bad path?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No, paths run independently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Yes, this is its defining feature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Relative inference cost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generation, longer prompt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generation, minimal extra cost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Multiplies cost by number of sampled paths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Highest: many partial-path evaluations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suited for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Multi-step reasoning with large models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Quick reasoning boost with minimal setup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Tasks where a majority-correct answer is likely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Hard problems needing exploration and recovery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pattern trades additional inference cost for additional reasoning reliability; none of them guarantees the reasoning trace itself is a faithful account of how the answer was reached.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a reasoning-elicitation pattern for a task</a:t>
            </a:r>
            <a:endParaRPr lang="en-US" sz="2600" dirty="0"/>
          </a:p>
        </p:txBody>
      </p:sp>
      <p:pic>
        <p:nvPicPr>
          <p:cNvPr id="4" name="Image 0" descr="/home/claude/phase3/svgs/png/5-2-reasoning-strategy-decision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4363" y="1417320"/>
            <a:ext cx="7702968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scale governs whether CoT helps at all; example availability and reliability needs then decide among zero-shot CoT, few-shot CoT, self-consistency, and tree-of-thought.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USE CASES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SERVICES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Applying chain-of-thought prompting to multi-step loan-covenant calculations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standard answer-only prompt has produced silently wrong final figures on complex covenant-compliance calculations.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to chain-of-thought prompting so each intermediate ratio and threshold comparison is written out and checkable.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wrong compliance figure with no visible steps can pass review simply because there is nothing to check it against.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self-consistency for a high-stakes fraud-amount estimation task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chain-of-thought pass estimating disputed transaction amounts occasionally reaches a different figure on a rerun.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9224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self-consistency, sampling several independent paths and taking the majority-reached figure.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9224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inconsistent disputed-amount figure finalized from one run undermines confidence in the number if later challenged.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USE CASES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&amp; Telecom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+ TELECOM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(Healthcare) Using self-consistency for an ambiguous differential-diagnosis task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reasoning pass generating a differential diagnosis occasionally reaches a different leading diagnosis on a rerun.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multiple independent diagnostic paths and surface the diagnosis a majority converge on.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Anchoring on one run's leading diagnosis risks a conclusion a majority of paths would not have reached, especially on ambiguous cases.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(Telecom) Evaluating tree-of-thought for a complex network-migration sequence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migration-stage orderings can turn out to conflict with a dependency only partway through the plan.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9224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tree-of-thought so a conflicting branch can be abandoned and an alternative sequence explored.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9224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linear plan that only detects a conflict once otherwise complete risks a migration step executed out of order, causing an avoidable outage.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 UNDERSTANDING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before moving 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What does chain-of-thought prompting change about a few-shot prompt, and why does it mainly benefit large models?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What did Kojima et al. show about zero-shot chain-of-thought?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How does self-consistency differ from standard chain-of-thought prompting?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What capability does tree-of-thought have that neither chain-of-thought nor self-consistency have?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What did Turpin et al. find about the faithfulness of chain-of-thought explanations?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42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6B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5.2 · PHASE 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Chain-of-thought helps mainly at large scale, and can hurt smaller models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Self-consistency and tree-of-thought trade more inference cost for more reliability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Tree-of-thought is unique in backtracking away from unpromising reasoning paths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fluent reasoning trace is a useful tool, not proof of faithful reasoning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6B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5.3 Structured Outputs &amp; Tool/Function Calling, the Basics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2026-08-22T15:06:47Z</dcterms:created>
  <dcterms:modified xsi:type="dcterms:W3CDTF">2026-08-22T15:06:47Z</dcterms:modified>
</cp:coreProperties>
</file>