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4.5 · PHASE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Windows, Memory Limits &amp; Cost/Latency Trade-offs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prefill and decode have different bottlenecks, and the four techniques used to manage long-context cost and latency.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prefill is compute-bound and decode is memory-bandwidth-bound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FlashAttention: an exact optimization, not an approximation (parallel to 4.3's speculative decoding)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KV cache and why decode cost grows linearly with context length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 and ALiBi for extrapolating beyond trained sequence length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"Lost in the middle": a distinct recall problem, independent of total length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Grouped-query attention and retrieval as complementary cost-reduction levers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processes the whole prompt at once: cost grows with the square of prompt length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generates one token at a time: cost is dominated by re-reading the growing KV cache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 reduces prefill's memory traffic without changing the output at all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 and ALiBi extend how far position information generalizes beyond training length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"Lost in the middle" is about where in the context recall fails, not how long the context is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Grouped-query attention shrinks the KV cache directly; retrieval avoids needing the full context at all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phases, two different bottlenecks</a:t>
            </a:r>
            <a:endParaRPr lang="en-US" sz="2600" dirty="0"/>
          </a:p>
        </p:txBody>
      </p:sp>
      <p:pic>
        <p:nvPicPr>
          <p:cNvPr id="4" name="Image 0" descr="/home/claude/phase3/svgs/png/4-5-prefill-vs-de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999" y="1417320"/>
            <a:ext cx="922769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processes every prompt token at once and is compute-bound; decode generates one token at a time and is bound by how fast the growing KV cache can be read.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prefill cost grows quadratically</a:t>
            </a:r>
            <a:endParaRPr lang="en-US" sz="2600" dirty="0"/>
          </a:p>
        </p:txBody>
      </p:sp>
      <p:pic>
        <p:nvPicPr>
          <p:cNvPr id="4" name="Image 0" descr="/home/claude/phase3/svgs/png/4-5-quadratic-attention-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516" y="1417320"/>
            <a:ext cx="1014466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token must compute an attention score against every other token, so doubling the sequence length quadruples the pairwise attention computations.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FlashAttention: same math, much less memory traffic</a:t>
            </a:r>
            <a:endParaRPr lang="en-US" sz="2600" dirty="0"/>
          </a:p>
        </p:txBody>
      </p:sp>
      <p:pic>
        <p:nvPicPr>
          <p:cNvPr id="4" name="Image 0" descr="/home/claude/phase3/svgs/png/4-5-flashattention-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516" y="1417320"/>
            <a:ext cx="1014466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 et al., 2022: tiling attention computation to stay in fast on-chip memory produces mathematically identical output, echoing the "same output, faster" idea behind speculative decoding from 4.3.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KV cache: why decode is memory-bandwidth-bound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generated token's keys and values are cached, avoiding recomputation of the entire prefix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new token still requires reading the entire cached history to attend over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cache grows by one entry per generated token: read volume grows linearly with output length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throughput is limited by memory bandwidth, not by raw compute, unlike prefill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Grouped-query attention: fewer stored keys and values</a:t>
            </a:r>
            <a:endParaRPr lang="en-US" sz="2600" dirty="0"/>
          </a:p>
        </p:txBody>
      </p:sp>
      <p:pic>
        <p:nvPicPr>
          <p:cNvPr id="4" name="Image 0" descr="/home/claude/phase3/svgs/png/4-5-grouped-query-atten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Ainslie et al., 2023: multiple query heads share a smaller number of key/value groups, shrinking the KV cache directly rather than compensating for its growth after the fact.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Extrapolating position, and a distinct recall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 (Su et al., 2021) encodes position as a rotation, generalizing better beyond trained lengths than learned position embeddings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ALiBi (Press et al., 2021) instead biases attention scores directly by distance, extrapolating further with no positional embedding at all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"Lost in the middle" (Liu et al., 2023) is a separate finding: recall accuracy varies by position within the context, dipping in the middle even when the model's length limit is not exceeded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distinction matters: RoPE/ALiBi address how far a model can process; "lost in the middle" is about where within that range recall is reliable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techniques, four different targets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FlashAttention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RoPE / ALiBi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Grouped-query attention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targets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traffic during attention computation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 generalization beyond trained length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KV cache size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need to process the full context at 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Changes model output?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exact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changes position behavior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approximates full multi-head attention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changes what content the model sees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reduced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reads/writes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directly; enables longer context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KV cache memory and decode bandwidth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Prefill and decode, by shrinking context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limitation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not reduce compute, only memory traffic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not fix mid-context recall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Some quality trade-off vs. full multi-head attention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 quality becomes the new bottleneck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four techniques are complementary, not competing: a production system often combines several of them at once.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the fix to the actual bottleneck</a:t>
            </a:r>
            <a:endParaRPr lang="en-US" sz="2600" dirty="0"/>
          </a:p>
        </p:txBody>
      </p:sp>
      <p:pic>
        <p:nvPicPr>
          <p:cNvPr id="4" name="Image 0" descr="/home/claude/phase3/svgs/png/4-5-diagnosis-decis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5789" y="1417320"/>
            <a:ext cx="8700117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Diagnosing whether the bottleneck is prefill, decode, context length, or mid-context recall determines which technique actually helps.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retrieval vs. full-context for contract analysis cost control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contract-analysis tool feeds entire lengthy agreements into an LLM for every query, even when only a few clauses are relevant.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retrieval-augmented clause lookup against full-context processing on cost and recall.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Feeding full multi-hundred-page agreements into every query multiplies compute-bound prefill cost across a high-volume contract pipeline, inflating spend without improving answer quality on narrowly scoped questions.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a GQA-based model for trading-support chat latency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trading-desk support chatbot needs low per-token decode latency during active market hours.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grouped-query-attention model variants against full multi-head attention for decode latency under load.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with an oversized KV cache from full multi-head attention can slow decode throughput exactly when trading-desk staff need sub-second responses during volatile market conditions.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Checking for "lost in the middle" risk in long clinical notes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clinical documentation assistant summarizes lengthy encounter notes where an allergy or contraindication notice appears mid-document.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Specifically test recall of mid-document safety-critical notices, not just beginning- and end-of-document content.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allergy notice buried mid-note that the model fails to surface in a summary could lead a clinician to prescribe a contraindicated medication, a distinct risk from the note simply being too long to process.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Checking "lost in the middle" risk for early root-cause alarms in incident timelines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network-operations assistant summarizing a long incident timeline may fail to surface an early root-cause alarm buried in the middle of the log.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Specifically test recall of early-timeline alarms against end-of-timeline status updates, not overall summary quality.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early root-cause alarm lost in the middle of a long incident timeline can lead an on-call engineer toward a later symptom instead of the actual cause, extending outage duration during a live incident.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Why is prefill compute-bound while decode is memory-bandwidth-bound?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 what sense is FlashAttention "exact," and how does that parallel speculative decoding from 4.3?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do RoPE and ALiBi differ from the "lost in the middle" problem, even though both concern context length?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How does grouped-query attention reduce cost, mechanically?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Why does retrieval address the context-length problem differently than the other three techniques?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4.5 · PHASE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(compute-bound, quadratic) and decode (memory-bandwidth-bound, linear) have different bottlenecks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 is an exact memory-traffic optimization; RoPE/ALiBi and GQA change model behavior or output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"Lost in the middle" is a distinct recall problem, independent of whether the length limit itself is exceeded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sidesteps the trade-off entirely by reducing how much context is needed in the first place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4.6 Hallucination: Causes, Types, and Mitigation Strategies (Primer)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2026-08-22T09:21:17Z</dcterms:created>
  <dcterms:modified xsi:type="dcterms:W3CDTF">2026-08-22T09:21:17Z</dcterms:modified>
</cp:coreProperties>
</file>