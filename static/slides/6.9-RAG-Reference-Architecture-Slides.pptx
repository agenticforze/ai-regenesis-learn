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6.9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Reference Architecture Blueprint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chapter in this phase built one piece. This chapter assembles them into the blueprint a production system actually needs: an ingestion pipeline, a query pipeline, an observability layer, and a governance loop.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ingestion pipeline and the query pipeline are two separate systems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modes a demo never surfaces, and why they only appear in production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as a continuous layer, distinct from periodic evaluation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drift: a risk that evaluation metrics cannot detect at 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the feedback loop that closes the blueprint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reference architecture, bringing together every chapter in this phase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RAG blueprint: four systems, four clocks</a:t>
            </a:r>
            <a:endParaRPr lang="en-US" sz="2600" dirty="0"/>
          </a:p>
        </p:txBody>
      </p:sp>
      <p:pic>
        <p:nvPicPr>
          <p:cNvPr id="4" name="Image 0" descr="/home/claude/phase3/svgs/png/6-9-blueprint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1" y="1417320"/>
            <a:ext cx="919613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wires one path from question to answer. A production blueprint separates ingestion, query, observability, and governance.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and query are two systems with two different failure modes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Ingestion: "source documents are parsed, chunked, embedded, and stored...with associated metadata"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"the system runs semantic and keyword search to surface the most relevant chunks from the index"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in ingestion does not show up as an ingestion error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surfaces days later as a query-time symptom that looks like a different problem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need separate monitoring even though they feed one another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systems, two clocks</a:t>
            </a:r>
            <a:endParaRPr lang="en-US" sz="2600" dirty="0"/>
          </a:p>
        </p:txBody>
      </p:sp>
      <p:pic>
        <p:nvPicPr>
          <p:cNvPr id="4" name="Image 0" descr="/home/claude/phase3/svgs/png/6-9-ingestion-vs-query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053" y="1417320"/>
            <a:ext cx="988358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runs on a schedule; query runs once per request. A defect in one surfaces as a symptom in the other.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never runs long enough to hit the failure modes that sink production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"Retrieval recall...does not tell you whether the LLM used it faithfully"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"Chunking occupies an outsized amount of engineering time relative to the ROI it delivers"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questions break single-shot retrieval; query decomposition (Ch. 6.5) is the fix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eval set that scored well once can silently stop representing production traffic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can spend months improving faithfulness while ignoring 6-second P95 latency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watches continuously; evaluation samples periodically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"GenAI observability offers insights into the inputs and outputs of a workflow, along with every intervening step"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signals: Chunk Attribution, Chunk Utilization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signals: Context Adherence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signals: latency, resource utilization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catches drift in the gap between evaluation runs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watches continuously; evaluation samples periodically</a:t>
            </a:r>
            <a:endParaRPr lang="en-US" sz="2600" dirty="0"/>
          </a:p>
        </p:txBody>
      </p:sp>
      <p:pic>
        <p:nvPicPr>
          <p:cNvPr id="4" name="Image 0" descr="/home/claude/phase3/svgs/png/6-9-observability-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248" y="1417320"/>
            <a:ext cx="96012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needs both: observability for continuous coverage, periodic evaluation for the deeper Chapter 6.8 metrics.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drift: a risk invisible to standard evaluation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"Context drift is invisible to standard RAG evaluation metrics"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"can maintain high faithfulness scores while producing answers that are organizationally wrong"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drift, semantic drift, and staleness drift are three separate ways the index goes quietly wrong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applies "access controls, data quality standards, lineage tracking" to catch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"Production RAG systems aren't static"; feedback has to route back into ingestion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of context drift</a:t>
            </a:r>
            <a:endParaRPr lang="en-US" sz="2600" dirty="0"/>
          </a:p>
        </p:txBody>
      </p:sp>
      <p:pic>
        <p:nvPicPr>
          <p:cNvPr id="4" name="Image 0" descr="/home/claude/phase3/svgs/png/6-9-context-drift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02" y="1417320"/>
            <a:ext cx="1018309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measures consistency with retrieved context, not whether that context is still true.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systems, four different clocks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Ingestion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&amp; observability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&amp; feedback loop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it runs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a schedule, independent of traffic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Once per request, in real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Periodic evaluation; continuous observability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Continuously, as signals accumulate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owns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Parsing, chunking, embedding, indexing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Retrieval, reranking, caching,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Faithfulness, chunk attribution, latency,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controls, lineage, routing corrections 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failure here looks like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stale or badly-chunked index with no obvious symptom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wrong answer despite a healthy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metric that looked fine while traffic quietly diverged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 scores on a system answering from context that stopped being true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 RAG blueprint is four systems on four different clocks, not one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Phase 6 blueprint</a:t>
            </a:r>
            <a:endParaRPr lang="en-US" sz="2600" dirty="0"/>
          </a:p>
        </p:txBody>
      </p:sp>
      <p:pic>
        <p:nvPicPr>
          <p:cNvPr id="4" name="Image 0" descr="/home/claude/phase3/svgs/png/6-9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4675" y="1417320"/>
            <a:ext cx="646234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Ingestion, query, observability, evaluation, and governance, closing the loop back into the next ingestion cycle.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are the ingestion pipeline and the query pipeline two separate systems rather than one?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can a RAG system's retrieval step look correct while the overall answer is still wrong?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does a fixed evaluation set that scored well at launch stop being reliable over time?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context drift, and why can Faithfulness stay high while it happens?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role does the governance and feedback loop play that neither query nor evaluation can play alone?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2026-08-25T04:50:47Z</dcterms:created>
  <dcterms:modified xsi:type="dcterms:W3CDTF">2026-08-25T04:50:47Z</dcterms:modified>
</cp:coreProperties>
</file>