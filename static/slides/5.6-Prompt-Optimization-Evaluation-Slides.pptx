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5.6 · PHASE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Optimization &amp; Evaluation (Versioning, A/B Testing Prompts)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prompt that looked better on a glance is not the same thing as a prompt that has been evaluated, versioned, and properly tested.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&amp; LLM Application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 hoc prompt iteration breaks down, and what a golden dataset fixes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methods: code-based, human, and LLM-as-judge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reliable an LLM judge really is, and its documented biases (Zheng et al.)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G-Eval: improving judge quality with chain-of-thought and form-filling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versioning and diffing tools: LangSmith, PromptLayer, Weights &amp; Biases Weave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prompts with real statistical rigor, and automatic prompt optimization (APE, DSPy)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change needs a version history, a held-out golden dataset, and a real grading method, the same discipline as a code review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Zheng et al. (2023): GPT-4 as judge agreed with humans about 85% of the time, versus 81% human-human agreement, but with position, verbosity, and self-enhancement bias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G-Eval (Liu et al., 2023) improves judge alignment with chain-of-thought plus form-filling, reporting 0.514 Spearman correlation with humans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LangSmith, PromptLayer, and Weights &amp; Biases Weave treat prompts as versioned, diffable, taggable artifacts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prompts needs real statistical power and significance testing, not an eyeballed pass-rate difference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 and DSPy treat the prompt itself as an optimizable parameter, searched or compiled rather than hand-tuned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evaluation and rollout loop</a:t>
            </a:r>
            <a:endParaRPr lang="en-US" sz="2600" dirty="0"/>
          </a:p>
        </p:txBody>
      </p:sp>
      <p:pic>
        <p:nvPicPr>
          <p:cNvPr id="4" name="Image 0" descr="/home/claude/phase3/svgs/png/5-6-prompt-lifecycle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092" y="1417320"/>
            <a:ext cx="870951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version only advances once it clears the same golden dataset every previous version had to clear, and a live comparison against an incumbent still needs proper statistical power before it decides anything.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datasets and regression evals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golden dataset is a curated, versioned set of representative cases every candidate prompt is run against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Anthropic: a regression eval asks whether a prompt "still handle[s] all the tasks it used to," near 100% pass rate expected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 and real: "20-50 simple tasks drawn from real failures is a great start"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Hamel Husain: a team does not need to wait for production traffic to begin testing a system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reliable is an LLM judge</a:t>
            </a:r>
            <a:endParaRPr lang="en-US" sz="2600" dirty="0"/>
          </a:p>
        </p:txBody>
      </p:sp>
      <p:pic>
        <p:nvPicPr>
          <p:cNvPr id="4" name="Image 0" descr="/home/claude/phase3/svgs/png/5-6-llm-judge-agreement-and-bi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092" y="1417320"/>
            <a:ext cx="870951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Zheng et al., 2023: GPT-4 as judge agreed with human preference about as often as two humans agreed with each other, while still showing position, verbosity, and self-enhancement bias.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G-Eval's chain-of-thought and form-filling procedure</a:t>
            </a:r>
            <a:endParaRPr lang="en-US" sz="2600" dirty="0"/>
          </a:p>
        </p:txBody>
      </p:sp>
      <p:pic>
        <p:nvPicPr>
          <p:cNvPr id="4" name="Image 0" descr="/home/claude/phase3/svgs/png/5-6-geval-cot-form-fi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39082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46277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al., 2023: having the judge model generate its own evaluation steps before scoring reported a 0.514 Spearman correlation with human judgment, outperforming prior automatic metrics by a large margin.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prompt-versioning tools compared</a:t>
            </a:r>
            <a:endParaRPr lang="en-US" sz="2600" dirty="0"/>
          </a:p>
        </p:txBody>
      </p:sp>
      <p:pic>
        <p:nvPicPr>
          <p:cNvPr id="4" name="Image 0" descr="/home/claude/phase3/svgs/png/5-6-versioning-tools-compa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LangSmith, PromptLayer, and Weights &amp; Biases Weave each treat a prompt as a versioned, diffable artifact; none of them grades a prompt on their own.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prompts, and automatic optimization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visible pass-rate lift on a small sample is not evidence without a power analysis and a significance test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Koehn (2004): paired bootstrap resampling, the standard method for testing whether one system beats another, transfers directly to comparing prompt variants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pass@k and pass^k summarize performance across repeated attempts rather than a single stochastic run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 (Zhou et al.) searches candidate instructions; DSPy (Khattab et al.) compiles a pipeline's prompts via a "teleprompter" optimizer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decide if a prompt change is better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hoc manual iteration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Code-based grading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LLM-as-judge grading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 prompt optimization (APE, DSPy)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decides if a change is better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person's impression of a few outputs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exact match, regex, or schema check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Another model scoring outputs at dataset scale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search or compiler maximizing a defined 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Catches subjective quality issues?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as well as the reviewer notices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only objectively checkable properties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approximately, with known biases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as well as the metric captures them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Scales to frequent changes?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review time grows linearly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cheaply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at model-call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but each run costs many model calls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used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exploration before a dataset exists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Objectively correct answer shapes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Subjective quality at scale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Well-defined tasks where search outpaces tuning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on the same maturity curve, not competitors; most production workflows combine code-based checks, LLM-as-judge grading, and reserved human review.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and rolling out a prompt change</a:t>
            </a:r>
            <a:endParaRPr lang="en-US" sz="2600" dirty="0"/>
          </a:p>
        </p:txBody>
      </p:sp>
      <p:pic>
        <p:nvPicPr>
          <p:cNvPr id="4" name="Image 0" descr="/home/claude/phase3/svgs/png/5-6-prompt-optimization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0552" y="1417320"/>
            <a:ext cx="555059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availability and the task's kind of correctness determine the grading method; a regression test earns a version its tag, and only a properly powered comparison decides a live A/B test.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a rewritten fraud-flagging prompt with no golden-dataset regression check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analyst tightens a fraud-detection prompt to catch a new pattern, and ships it once that one case is confirmed fixed.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revised prompt against the full versioned golden dataset before deployment, not only the case that motivated the change.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tuned to catch one new pattern can quietly stop catching an older one nobody re-tested, and the gap would not surface until a real fraud case slips through.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Declaring an A/B test winner from one day of live trading-desk-assistant traffic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prompt variant shows a higher pass rate after one day of traffic, and the team promotes it to full rollout on that basis alone.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comparison with a proper power analysis and significance test before treating any observed difference as real.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one-day sample is small enough that an apparent lift can be pure noise, risking a rollout that replaces a working prompt with a worse one believed, incorrectly, to be an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Self-enhancement bias in an LLM-as-judge setup comparing two summarizer 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model family used to generate discharge summaries is also used to judge which candidate is better, and its judgments favor its own family's outputs.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judge model from a different family than the models being compared, or validate against an independent human-labeled sample.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biased judge could keep declaring a worse summarizer the winner simply because its wording resembles the judge's own style, not because it is more clinically accurate.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Position bias in an LLM-as-judge setup comparing two ticket-routing prompts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judge model consistently prefers whichever candidate response is shown first, regardless of actual routing quality.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 which candidate appears first, or grade each candidate independently rather than only side by side.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uncorrected position bias could make prompt iteration converge on whichever variant is listed first during evaluation, unrelated to actual routing quality.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a golden dataset, and why should a regression eval's pass rate stay close to 100%?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did Zheng et al. find about GPT-4-as-judge agreement with humans, and what three biases did they document?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G-Eval's grading procedure differ from asking a model for a quality score directly?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Why is a visible pass-rate improvement in a short A/B test not automatically evidence of a real difference?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How do APE and DSPy each treat prompt improvement differently from manual editing?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5.6 · PHASE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prompts like code: version them, diff them, and test every change against a held-out dataset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is a strong tool with known, correctable biases, not a free pass on rigor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prompts needs the same statistical discipline as any other online experiment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prompt optimization still depends entirely on the quality of the metric and dataset behind 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5.7 Architecture Patterns for Your First LLM 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2026-08-22T17:34:10Z</dcterms:created>
  <dcterms:modified xsi:type="dcterms:W3CDTF">2026-08-22T17:34:10Z</dcterms:modified>
</cp:coreProperties>
</file>