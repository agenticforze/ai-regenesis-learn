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6.10 · PHASE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Knowledge Format (OKF): A Portable, Agent-Readable Knowledge Standard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organizational knowledge sits in incompatible silos. OKF gives every source a common, minimal export shape, so an ingestion pipeline never needs a custom connector per source again.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&amp; Knowledge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fragmented-context problem OKF is trying to solve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OKF's structure: one markdown file per concept, YAML frontmatter, a directory hierarchy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type field, the only one OKF actually requires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markdown links turn a directory into a lightweight graph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OKF fits relative to a wiki, a catalog API, and a full knowledge graph (Ch. 6.6)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OKF feeds into the ingestion pipeline from Chapter 6.9, or bypasses it entirely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export format for three incompatible sources</a:t>
            </a:r>
            <a:endParaRPr lang="en-US" sz="2600" dirty="0"/>
          </a:p>
        </p:txBody>
      </p:sp>
      <p:pic>
        <p:nvPicPr>
          <p:cNvPr id="4" name="Image 0" descr="/home/claude/phase3/svgs/png/6-10-okf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256" y="1417320"/>
            <a:ext cx="970518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OKF does not replace a wiki, a catalog, or a code repository. It gives each a common, minimal export shape.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a missing shared format, not a missing tool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knowledge lives fragmented: catalogs, wikis, shared drives, code comments, docstrings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catalogs, wikis, shared drives, code comments, docstrings, all mutually unreadable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agent builder is solving the same context-assembly problem from scratch"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OKF does not replace the underlying systems; it defines a minimal export shape they can all target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cost gets paid once per source, not once per source-consumer pair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concept, one markdown file</a:t>
            </a:r>
            <a:endParaRPr lang="en-US" sz="2600" dirty="0"/>
          </a:p>
        </p:txBody>
      </p:sp>
      <p:pic>
        <p:nvPicPr>
          <p:cNvPr id="4" name="Image 0" descr="/home/claude/phase3/svgs/png/6-10-okf-file-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248" y="1417320"/>
            <a:ext cx="96012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bundle is a directory of markdown files; each concept file opens with YAML frontmatter and closes with a free-text body.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field is actually required: type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"OKF requires exactly one thing of every concept: a type field"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fields: type, title, description, resource, tags, timestamp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directory walk plus a YAML parser is enough to filter a large bundle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less expressive than a real schema; the point is minimal structure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of a concept's meaning lives in the markdown body, readable directly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type field alone is enough to filter a bundle</a:t>
            </a:r>
            <a:endParaRPr lang="en-US" sz="2600" dirty="0"/>
          </a:p>
        </p:txBody>
      </p:sp>
      <p:pic>
        <p:nvPicPr>
          <p:cNvPr id="4" name="Image 0" descr="/home/claude/phase3/svgs/png/6-10-type-field-filt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02" y="1417320"/>
            <a:ext cx="10183091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directory walk and a YAML parser filter a bundle to a relevant subset, no database or ingestion step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markdown links turn a flat directory into a 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link to each other with ordinary markdown links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links turn a flat directory into a graph richer than file-system parent/child structure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FK to [customers](/tables/customers.md)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less expressive than the property graphs or RDF from Chapter 6.6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query language, no schema validation, no dedicated storage engine, but costs nothing to adopt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markdown links turn a directory into a lightweight graph</a:t>
            </a:r>
            <a:endParaRPr lang="en-US" sz="2600" dirty="0"/>
          </a:p>
        </p:txBody>
      </p:sp>
      <p:pic>
        <p:nvPicPr>
          <p:cNvPr id="4" name="Image 0" descr="/home/claude/phase3/svgs/png/6-10-markdown-link-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91" y="1417320"/>
            <a:ext cx="1050131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less expressive than Chapter 6.6's knowledge graphs, but far cheaper to adopt.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OKF sits relative to the alternatives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OKF (markdown + YAML frontmatter)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Proprietary wiki or catalog 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graph (Ch. 6.6)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Unstructured documents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a consumer needs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directory walk and a YAML parser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client for that specific system's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graph query language and schema-aware client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document parser, no structure guaranteed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Renders on GitHub, ships as a tarball, mounts anywhere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Tied to whichever platform hosts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Tied to whichever graph database holds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Portable as files, no shared metadata convention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suited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common export target across many sources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Teams fully invested in one 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multi-hop relationship queries at scale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single source with no need to interoperate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OKF trades expressiveness for near-zero integration cost across sources that would otherwise each need their own connector.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OKF feeding ingestion, or a direct agent read</a:t>
            </a:r>
            <a:endParaRPr lang="en-US" sz="2600" dirty="0"/>
          </a:p>
        </p:txBody>
      </p:sp>
      <p:pic>
        <p:nvPicPr>
          <p:cNvPr id="4" name="Image 0" descr="/home/claude/phase3/svgs/png/6-10-reference-architectur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33" y="1417320"/>
            <a:ext cx="714983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narrow lookup can read an OKF file directly; an open-ended question still goes through the full Chapter 6.9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first OKF bundle in about fifteen minutes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mkdir a directory, one concept type is enough to start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write one markdown file with type/title/description/resource/tags/timestamp frontmatter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add a second concept file, link it with an ordinary markdown link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a 15-line Python script (pathlib + pyyaml) walks the bundle and parses each concept back out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filter on type, the exact input shape Chapter 6.9's ingestion pipeline expects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problem does OKF solve that a better ingestion pipeline alone cannot fix?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the only field OKF actually requires on every concept, and what does it make possible?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 OKF concepts reference each other, and how does that compare to a knowledge graph?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Why does OKF ship as a specification rather than a hosted service, and why does that matter for portability?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When might an agent read an OKF file directly instead of using the full retrieval pipeline?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2026-08-29T04:42:02Z</dcterms:created>
  <dcterms:modified xsi:type="dcterms:W3CDTF">2026-08-29T04:42:02Z</dcterms:modified>
</cp:coreProperties>
</file>