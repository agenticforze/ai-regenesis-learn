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3.1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Fundamentals: Tokenization, Embeddings, Vector Semantics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raw text becomes the numbers a neural network actually consumes, and why the resulting vector space encodes meaning.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Tokenization: splitting text into a fixed vocabulary of units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mapping token IDs to learned dense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semantics: similarity and analogy as geometry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vs. dense representations, compared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breaks: static embeddings and context (a preview of 3.2)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from Phase 2 onward computes on numbers, not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breaks text into units and assigns each a fixed integer ID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replace each ID with a learned dense vector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used in similar contexts end up with similar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bridge from a sentence to the tensor a model consumes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hops: text to IDs, IDs to vectors</a:t>
            </a:r>
            <a:endParaRPr lang="en-US" sz="2600" dirty="0"/>
          </a:p>
        </p:txBody>
      </p:sp>
      <p:pic>
        <p:nvPicPr>
          <p:cNvPr id="4" name="Image 0" descr="/home/claude/phase3/svgs/png/3-1-tokenization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025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57961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Normalization, tokenization, and vocabulary lookup are fixed rules; only the embedding lookup is learned.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 with a learned vector space?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embeddings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ID is just an arbitrary label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41 is not "more" or "less" than ID 12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notion of which tokens are related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equally similar (or dissimilar) to every other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0" cy="4572000"/>
          </a:xfrm>
          <a:prstGeom prst="line">
            <a:avLst/>
          </a:prstGeom>
          <a:noFill/>
          <a:ln w="19050">
            <a:solidFill>
              <a:srgbClr val="E3E1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embeddings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Similar-context tokens end up with similar vectors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becomes a geometric operation (an angle)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between tokens can be structured (analogy)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automatically from a training objective, no manual labeling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one-hot dead end</a:t>
            </a:r>
            <a:endParaRPr lang="en-US" sz="2600" dirty="0"/>
          </a:p>
        </p:txBody>
      </p:sp>
      <p:pic>
        <p:nvPicPr>
          <p:cNvPr id="4" name="Image 0" descr="/home/claude/phase3/svgs/png/3-1-sparse-vs-dense-repres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between any two distinct one-hot vectors is always exactly 0: they are orthogonal by construction.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distributional hypothesis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J.R. Firth, 1957: "a word is characterized by the company it keeps"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in similar surrounding contexts across a large corpus tend to be related in meaning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definition of any word is ever given to the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theoretical basis chapter 3.2's Word2Vec objectives (skip-gram, CBOW) turn into a concrete training procedure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embedding matrix is a lookup table</a:t>
            </a:r>
            <a:endParaRPr lang="en-US" sz="2600" dirty="0"/>
          </a:p>
        </p:txBody>
      </p:sp>
      <p:pic>
        <p:nvPicPr>
          <p:cNvPr id="4" name="Image 0" descr="/home/claude/phase3/svgs/png/3-1-embedding-lookup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598" y="1417320"/>
            <a:ext cx="93345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is V x d. Token ID i maps to row E_i, implemented as a direct array index, not a matrix multiply.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Analogical structure in vector space</a:t>
            </a:r>
            <a:endParaRPr lang="en-US" sz="2600" dirty="0"/>
          </a:p>
        </p:txBody>
      </p:sp>
      <p:pic>
        <p:nvPicPr>
          <p:cNvPr id="4" name="Image 0" descr="/home/claude/phase3/svgs/png/3-1-vector-space-ana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822" y="1417320"/>
            <a:ext cx="8672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vec(king) - vec(man) + vec(woman) is approximately vec(queen): an emergent, statistical tendency, not a designed rule.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similarity: angle, not magnitude</a:t>
            </a:r>
            <a:endParaRPr lang="en-US" sz="2600" dirty="0"/>
          </a:p>
        </p:txBody>
      </p:sp>
      <p:pic>
        <p:nvPicPr>
          <p:cNvPr id="4" name="Image 0" descr="/home/claude/phase3/svgs/png/3-1-cosine-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822" y="1417320"/>
            <a:ext cx="8672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token's vector norm tracks frequency, not meaning. Dividing by both norms isolates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static embeddings cannot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fixed vector per token, regardless of context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"bank" gets the same vector in "river bank" and "bank account"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shifts with context; a static lookup table cannot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3.2 introduces contextual embeddings to fix exactly this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vs. count vectors vs. dense embeddings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One-Hot / Sparse 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Bag-of-Words / TF-IDF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Learned Embeddings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vocabulary size (30K+)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vocabulary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(128-4096)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semantic similarity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mutually orthogonal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still just counts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Yes: learned from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or dense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Teaching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 keyword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for modern NLP/LLMs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and count-based schemes record which tokens appeared; dense embeddings are trained to also encode how tokens relate.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across research notes and filings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need documents discussing a concept, not just exact keyword matches.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documents and queries into one vector space ranks results by cosine similarity.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feeding compliance or research decisions needs model-risk-management sign-off, since a silent embedding update can shift results with no code change.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Near-duplicate detection in trade communications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must flag substantively identical, reworded messages that exact-text matching misses.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communications and flagging high cosine-similarity pairs catches paraphrased duplicates.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blind spot between two substantively identical messages is a real compliance gap regulators expect documented and remediated.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is a one-hot vector a poor representation of a token's meaning?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distributional hypothesis, and what role does it play here?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is cosine similarity preferred over the raw dot product for comparing embeddings?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limitation of static embeddings does chapter 3.2 exist to solve?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3.1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+ embeddings bridge text to the numbers models consume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embedding matrix is a learned lookup table, updated by gradient descent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and analogy become geometric operations in vector space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embeddings assign one vector per token regardless of context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3.2 From Word2Vec to Contextual Embeddings (BERT-Era Shift)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2026-08-21T21:36:26Z</dcterms:created>
  <dcterms:modified xsi:type="dcterms:W3CDTF">2026-08-21T21:36:26Z</dcterms:modified>
</cp:coreProperties>
</file>