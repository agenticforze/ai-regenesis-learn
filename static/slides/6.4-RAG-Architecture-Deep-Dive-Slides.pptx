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6.4 · PHASE 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37744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Architecture Deep Dive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184F9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42062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vector database is only useful because of what happens before a document reaches it and what happens after a query leaves it.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6309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Retrieval-Augmented Generation &amp; Knowledge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chapter covers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Ingestion: turning a raw document into something a chunker can work with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Chunking: fixed-size, semantic, parent-document, and structure-aware strategies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and diversity: why pure similarity ranking has a blind spot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Reranking: cross-encoders, Cohere Rerank, and where evidence lands in the prompt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Generation: prompt assembly and grounding a fluent answer in its sources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pipeline from a raw document to a grounded answer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halves of the same pipeline</a:t>
            </a:r>
            <a:endParaRPr lang="en-US" sz="2600" dirty="0"/>
          </a:p>
        </p:txBody>
      </p:sp>
      <p:pic>
        <p:nvPicPr>
          <p:cNvPr id="4" name="Image 0" descr="/home/claude/phase3/svgs/png/6-4-rag-pipeline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048" y="1417320"/>
            <a:ext cx="10515600" cy="431723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587171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half indexes documents, the other half answers questions against what got indexed.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turns a raw file into something a chunker can work with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PDF, a scanned form, an HTML export, and a Word doc share no common format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"Extraction of structured content from raw, unstructured documents"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OCR for pages with no text layer at all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 tables out as tables, not scrambled 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broken into document elements using "deep understanding of document formats"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table flattened or a page skipped here is damage every later stage inherits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Chunking: fixed-size and recursive splitting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Tries a list of separators in order, falling back only when needed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separator list: "\n\n", "\n", " ", ""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Paragraph breaks first, then lines, then words, mid-word only as a last resort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Fast, cheap, and produces predictable, bounded chunk sizes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Knows nothing about meaning: a paragraph boundary is not always a topic boundary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Chunking: semantic chunking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Compares embedding similarity between consecutive sentences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Places a boundary where that similarity drops past a breakpoint percentile threshold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 boundaries track an actual shift in subject, not a fixed character count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an embedding call per sentence during ingestion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size is no longer predictable ahead of time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Chunking: parent-document (small-to-big) retrieval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"Small documents, so their embeddings can most accurately reflect their meaning"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too long, then the embeddings can lose meaning"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also want "long enough documents that the context of each chunk is retained"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index small chunks, store a pointer back to a larger parent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"fetches the small chunks but then looks up the parent IDs" and returns the larger document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precise, focused match at search time; full surrounding context at generation time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Chunking: structure-aware chunking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directly on the document elements ingestion already identified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splits a table row, a code block, or a list item across two chunks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length-based splitter would cut exactly where structure carries meaning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the richer, element-aware ingestion pass to work at all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chunking strategies, four different tradeoffs</a:t>
            </a:r>
            <a:endParaRPr lang="en-US" sz="2600" dirty="0"/>
          </a:p>
        </p:txBody>
      </p:sp>
      <p:pic>
        <p:nvPicPr>
          <p:cNvPr id="4" name="Image 0" descr="/home/claude/phase3/svgs/png/6-4-chunking-strategies-compa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125" y="1417320"/>
            <a:ext cx="998144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Predictability, cost, and context are traded off differently by each strategy, not solved by any single one of them.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narrows millions of chunks to a shortlist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ANN index (Chapters 6.2 and 6.3) turns a query embedding into a fast approximate search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Typically returns the top few dozen or few hundred candidates, ranked by similarity alone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similarity ranking has a blind spot: near-duplicate results all say the same thing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relevant results that repeat one point is not the same as ten results covering the space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Maximal Marginal Relevance: diversity in the shortlist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 document has high marginal relevance if it is both relevant to the query and contains minimal similarity to previously selected documents"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each candidate against the query and against what has already been selected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paper: a search for airline-disaster coverage returning dozens of near-identical articles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"Perfect precision, therefore, may prove insufficient in meeting user needs"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tunable parameter weights relevance against redundancy avoidance directly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Reranking: bi-encoder retrieval vs. cross-encoder reranking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uses a bi-encoder: query and every document embedded independently, ahead of time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speed against millions of stored vectors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cross-encoder passes the query and one candidate through the same network together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 "a single score between 0 and 1 indicating how relevant the document is"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more accurate, and "scoring thousands or millions of pairs would be rather slow"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ever runs against the shortlist retrieval already produced, often around 100 candidates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Reranking in production: Cohere Rerank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a query and a list of documents, it "indexes the documents from most to least semantically relevant"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a relevance_score for each candidate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top_n parameter caps how many candidates survive into the prompt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 4.0 uses a single multilingual model covering 100+ languages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 the cross-encoder step as a production API rather than a model a team hosts itself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the middle: where evidence lands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2023 study by Stanford, UC Berkeley, and Samaya AI researchers measured a U-shaped performance pattern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"Performance is often highest when relevant information occurs at the beginning or end of the input context"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"Significantly degrades" when relevant information sits in the middle of long contexts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"even for explicitly long-context models"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reranker's job is not just picking the best evidence, it is placing it where a model actually uses it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hundred candidates to a well-ordered handful</a:t>
            </a:r>
            <a:endParaRPr lang="en-US" sz="2600" dirty="0"/>
          </a:p>
        </p:txBody>
      </p:sp>
      <p:pic>
        <p:nvPicPr>
          <p:cNvPr id="4" name="Image 0" descr="/home/claude/phase3/svgs/png/6-4-retrieve-rerank-fun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774" y="1417320"/>
            <a:ext cx="8196146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is built for speed over millions of candidates; reranking trades that speed for accuracy over the hundred or so retrieval already found.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assembles the reordered passages into a prompt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upstream exists to hand the model a small, well-ordered set of passages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entire knowledge base dumped into context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passages, the user's question, and instructions to answer only from what was given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fluent answer is not automatically a correct 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can still blend, misattribute, or invent a detail that sounds consistent but isn't supported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turns a fluent answer into a verifiable 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 features "ground [a model's] responses in your source documents"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"the exact passages that support each claim," not just a fluent paragraph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 location data: a character range for plain text, a page range for a PDF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user can check any claim against its source directly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API-level citation parsing is "significantly more likely to cite the most relevant quotes" than prompting alone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 becomes a property of the pipeline, not a hope about instruction-following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&amp; RELATED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chunking strategies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4206240"/>
        </p:xfrm>
        <a:graphic>
          <a:graphicData uri="http://schemas.openxmlformats.org/drawingml/2006/table">
            <a:tbl>
              <a:tblPr/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Fixed-size / recursive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Parent-document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Structure-aware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4281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it splits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fixed count, falling back through separators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Where sentence-embedding similarity drops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chunks, each linked to a larger parent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splits a table row, code block, or list item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 predictability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6B6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High, bounded and consistent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Low, follows topic shifts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 chunks predictable; parent size varies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Follows the underlying element's natural size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to compute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Very low, no embedding calls to chunk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 embedding call per sentence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 strategy cost plus a parent lookup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Needs a richer, element-aware ingestion pass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B0B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suited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Uniform plain-text where speed matters most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 documents that shift topic mid-section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Precise matching with full generation context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251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Documents where structure carries meaning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1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8064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chunking strategies, each trading predictability, cost, and context differently, not four ways of doing the same thing.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raw document to a grounded answer</a:t>
            </a:r>
            <a:endParaRPr lang="en-US" sz="2600" dirty="0"/>
          </a:p>
        </p:txBody>
      </p:sp>
      <p:pic>
        <p:nvPicPr>
          <p:cNvPr id="4" name="Image 0" descr="/home/claude/phase3/svgs/png/6-4-reference-architecture-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0662" y="1417320"/>
            <a:ext cx="6530371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chapter completes the mechanical pipeline. Chapter 6.5 covers advanced patterns built on top of it: hybrid search variations, HyDE, GraphRAG, and agentic RAG.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84F9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before moving 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What does ingestion do to a raw document before it can be chunked, and why does the quality of this stage limit everything downstream?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Compare fixed-size/recursive chunking with semantic chunking. What does each optimize for, and what does each give up?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What problem does parent-document (small-to-big) retrieval solve, and how does it solve it?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Why does reranking use a cross-encoder instead of the same bi-encoder used for retrieval, and why isn't a cross-encoder used for the initial retrieval step directly?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5251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What does "lost in the middle" mean, and how should it change how reranked results get placed in a generation prompt?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2026-08-24T22:06:57Z</dcterms:created>
  <dcterms:modified xsi:type="dcterms:W3CDTF">2026-08-24T22:06:57Z</dcterms:modified>
</cp:coreProperties>
</file>