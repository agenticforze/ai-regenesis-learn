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5.5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Prompts, Guardrails &amp; Prompt-Injection Defense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system prompt is not automatically obeyed, how untrusted content hijacks a model that cannot tell instructions from data, and what actually closes the gap.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injection: Simon Willison's original framing and the SQL-injection analogy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prompt injection: attacks hidden inside content the model merely reads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Bing "Sydney" incident as a concrete illustration of the underlying gap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hierarchy: training a model to prioritize instructions by source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model spec chain of command, made explicit at the API level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frameworks and privilege separation as complementary, model-independent defenses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models historically had no trained notion that a system prompt outranks a user message or retrieved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Willison (2022) named prompt injection: untrusted input read as an instruction instead of as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Greshake et al. (2023): indirect injection hides instructions inside content the model later reads, no malicious typing required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Bing "Sydney" incident (Feb 2023) is a well-known illustration of the same gap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defenses: instruction-hierarchy training (Wallace et al., 2024) and architectural privilege separation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guardrails (NeMo Guardrails, Llama Guard) add an independent layer regardless of what the model was trained to prioritize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authority hierarchy</a:t>
            </a:r>
            <a:endParaRPr lang="en-US" sz="2600" dirty="0"/>
          </a:p>
        </p:txBody>
      </p:sp>
      <p:pic>
        <p:nvPicPr>
          <p:cNvPr id="4" name="Image 0" descr="/home/claude/phase3/svgs/png/5-5-instruction-authority-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789" y="1417320"/>
            <a:ext cx="870011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reaching a model differs in how much authority it should carry; prompt injection exploits a model that cannot tell the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versus indirect prompt injection</a:t>
            </a:r>
            <a:endParaRPr lang="en-US" sz="2600" dirty="0"/>
          </a:p>
        </p:txBody>
      </p:sp>
      <p:pic>
        <p:nvPicPr>
          <p:cNvPr id="4" name="Image 0" descr="/home/claude/phase3/svgs/png/5-5-direct-vs-indirect-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137" y="1417320"/>
            <a:ext cx="94994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Greshake et al., 2023: indirect prompt injection hides instructions inside third-party content a model retrieves and reads, demonstrated against a GPT-4-powered Bing Chat and other LLM-integrated applications.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Willison's framing, and a concrete illustration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Willison (2022): a translation app told instead to say "HAHA PWNED" shows the user's text overwriting the developer's own instruction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compared to SQL injection: untrusted input interpreted as executable code, not the inert data it was supposed to be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Bing "Sydney" incident (Feb 2023): a user got the system to reveal its confidential codename and internal rules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System-prompt confidentiality cannot be assumed just because a system prompt is never shown to the user by default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model spec chain of command</a:t>
            </a:r>
            <a:endParaRPr lang="en-US" sz="2600" dirty="0"/>
          </a:p>
        </p:txBody>
      </p:sp>
      <p:pic>
        <p:nvPicPr>
          <p:cNvPr id="4" name="Image 0" descr="/home/claude/phase3/svgs/png/5-5-openai-chain-of-comm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309" y="1417320"/>
            <a:ext cx="765907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developer, user, and guideline tiers, in descending authority; assistant and tool messages carry no authority in this scheme at all, the API-level expression of the same principle instruction-hierarchy training targets.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external guardrail</a:t>
            </a:r>
            <a:endParaRPr lang="en-US" sz="2600" dirty="0"/>
          </a:p>
        </p:txBody>
      </p:sp>
      <p:pic>
        <p:nvPicPr>
          <p:cNvPr id="4" name="Image 0" descr="/home/claude/phase3/svgs/png/5-5-guardrail-framework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 checks or reshapes content across five configurable stages; Llama Guard is a dedicated fine-tuned classifier a prompt or response must pass. Neither depends on the base model's own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separation, and defense in depth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Wallace et al. (2024): training a model to prioritize instructions by source "drastically increases robustness... while imposing minimal degradations"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separation: convert retrieved or tool-returned content into typed data the model reads, never concatenated text it could misread as a command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reuses the structured-output discipline from 5.3 and 5.4, applied to the input side of an application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layer closes the gap alone; the current state of practice is layering all of them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defenses, and what each actually covers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prompt alone (no hierarchy training)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Instruction-hierarchy-trained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guardrail (NeMo, Llama Guard)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Privilege separation for tool/retrieved content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defense lives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Nowhere, purely aspirational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Baked into model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separate classifier or rule layer, in front of/behind the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architecture, how content is structured before reaching the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Defends against indirect injection?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Partially, if trained on similar 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Partially, if the classifier catches the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by design, regardless of the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a specific model?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 model trained this 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model-agnostic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model-agnostic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Never, on its own, for anything adversarial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 foundation, not a complete 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an independent additional 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Whenever an app ingests third-party or tool-returned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complementary, not competing; the strongest posture layers a hierarchy-trained model, an external guardrail, and privilege separation together rather than relying on any single one.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Defending an LLM application against prompt injection</a:t>
            </a:r>
            <a:endParaRPr lang="en-US" sz="2600" dirty="0"/>
          </a:p>
        </p:txBody>
      </p:sp>
      <p:pic>
        <p:nvPicPr>
          <p:cNvPr id="4" name="Image 0" descr="/home/claude/phase3/svgs/png/5-5-prompt-injection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3879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4335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content is ingested from third parties or tools determines whether privilege separation applies; hierarchy-trained models and external guardrails layer on top as independent, additional defenses.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indirect prompt injection hidden inside a fetched market-research document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 assistant summarizes retrieved analyst reports, and one planted document instructs the model to recommend a specific security regardless of the actual analysis.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privilege separation so retrieved document text is passed through as quoted material to summarize, never as a new instruction to follow.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planted instruction embedded in a routine document could quietly bias a research summary, with nothing in the analyst's own query looking suspicious enough to prompt a second look.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system-prompt language leaking through a support chatbot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 chatbot's system prompt contains internal escalation thresholds the business does not want customers to see, and a customer discovers a phrasing that gets the model to recite them.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genuinely sensitive thresholds out of the system prompt entirely, enforcing them in code the model never has direct access to recite.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leaked internal threshold gives every future customer who learns it a way to game the escalation process, a cost that only grows the longer the phrasing stays undiscovered.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Applying instruction-hierarchy training to a clinical-documentation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documentation agent pulling prior records from an external system has no trained sense those records carry less authority than the clinician's own dictation.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agent on a model trained with an explicit instruction hierarchy, deprioritizing text arriving from a queried record.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altered record entry could silently shape a new note's content in a way the reviewing clinician would have no reason to trace back to that entry.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Adding an external guardrail to catch injection attempts in support tickets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ticket-triage assistant processes free-text submissions that occasionally contain crafted phrasing attempting to manipulate its routing decision.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independent guardrail classifier that screens ticket text for injection-style phrasing before routing runs.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crafted ticket could reach exactly the team the submitter wanted rather than the team the actual issue warranted, a misdirection the routing outcome itself would never obviously reveal.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prompt injection, as Simon Willison originally framed it, and what is the security analogy he drew?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indirect prompt injection differ from direct prompt injection, and what did Greshake et al. demonstrate?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the "instruction hierarchy," and what did Wallace et al. report about its effect on robustness?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privilege separation for tool or retrieved content, and how does it relate to structured outputs from earlier chapters?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are external guardrail systems useful even on a model that already has instruction-hierarchy training?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5.5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exploits a model with no trained sense of which content carries authority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injection needs no malicious typing at all, only content the model is asked to read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Instruction-hierarchy training and privilege separation are complementary, not substitutes for each other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guardrails add an independent layer regardless of what the base model was trained to prioritize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5.6 Prompt Optimization &amp; Evaluation (Versioning, A/B Testing Prompts)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2026-08-22T16:52:56Z</dcterms:created>
  <dcterms:modified xsi:type="dcterms:W3CDTF">2026-08-22T16:52:56Z</dcterms:modified>
</cp:coreProperties>
</file>