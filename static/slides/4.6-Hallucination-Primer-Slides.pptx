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4.6 · PHASE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Hallucination: Causes, Types, and Mitigation Strategies (Primer)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state false content with the same confidence as true content, and what detection and mitigation can and cannot fix.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hallucination and its intrinsic/extrinsic split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hallucination has a statistical floor, not just a training-quality problem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hallucination persists: an evaluation-incentive problem, not only a training one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factors: exposure bias, sampling randomness, and the long tail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likely hallucination: SelfCheckGPT and semantic entropy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Mitigating hallucination: Chain-of-Verification and retrieval, previewed for Phase 6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Hallucination: false or unsupported output, stated as confidently as accurate output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Intrinsic hallucination contradicts a given source; extrinsic hallucination is unverifiable from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Kalai and Vempala: even a well-calibrated model must hallucinate on rare, singleton facts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2025 paper: standard scoring rewards confident guessing over honest "I don't know"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SelfCheckGPT and semantic entropy detect likely hallucination by sampling multiple outputs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Chain-of-Verification and retrieval (Phase 6) intervene earlier, but neither eliminates it outright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confident guessing is statistically favored</a:t>
            </a:r>
            <a:endParaRPr lang="en-US" sz="2600" dirty="0"/>
          </a:p>
        </p:txBody>
      </p:sp>
      <p:pic>
        <p:nvPicPr>
          <p:cNvPr id="4" name="Image 0" descr="/home/claude/phase3/svgs/png/4-6-confident-guesser-incen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50" y="1417320"/>
            <a:ext cx="982339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wrong, confident answer scores no worse than an honest "I don't know," confident guessing is the statistically favored strategy, for a model as much as for a test-taker.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kinds of hallucination</a:t>
            </a:r>
            <a:endParaRPr lang="en-US" sz="2600" dirty="0"/>
          </a:p>
        </p:txBody>
      </p:sp>
      <p:pic>
        <p:nvPicPr>
          <p:cNvPr id="4" name="Image 0" descr="/home/claude/phase3/svgs/png/4-6-intrinsic-extrinsic-hallucin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50" y="1417320"/>
            <a:ext cx="982339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 et al., 2022/2023: intrinsic hallucination directly contradicts the source; extrinsic hallucination is unverifiable from it either way. Both count as hallucination.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statistical floor, and why it persists in practice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Kalai and Vempala (2023, STOC 2024): even a perfectly calibrated model trained on accurate data must hallucinate at some baseline rate on rare, singleton facts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most strongly to arbitrary, rare facts; far less to systematic knowledge like arithmetic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Language Models Hallucinate" (Kalai, Nachum, Vempala, Zhang, 2025): standard scoring is binary, and a wrong confident answer scores identically to an honest "I don't know"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incentive statistically pushes a model toward guessing rather than abstaining, beyond the statistical floor alone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fix: revise how benchmarks score abstention, not add more hallucination-specific evals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factors on top of the baseline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bias (3.3): teacher forcing means the model never practices recovering from its own mistakes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Sampling-based decoding (4.3): temperature and nucleus sampling can occasionally drift toward less-supported output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Kandpal et al. (2023): factual accuracy correlates strongly with how often a fact appeared in training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risk concentrates on rare entities and niche facts, not evenly across all content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SelfCheckGPT: consistency across sampled answers</a:t>
            </a:r>
            <a:endParaRPr lang="en-US" sz="2600" dirty="0"/>
          </a:p>
        </p:txBody>
      </p:sp>
      <p:pic>
        <p:nvPicPr>
          <p:cNvPr id="4" name="Image 0" descr="/home/claude/phase3/svgs/png/4-6-selfcheckgpt-consis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6" y="1417320"/>
            <a:ext cx="951062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Manakul, Liusie, and Gales, 2023: sampling the same prompt multiple times and checking mutual consistency flags likely hallucination without needing model internals or an external source.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entropy: clustering by meaning, not wording</a:t>
            </a:r>
            <a:endParaRPr lang="en-US" sz="2600" dirty="0"/>
          </a:p>
        </p:txBody>
      </p:sp>
      <p:pic>
        <p:nvPicPr>
          <p:cNvPr id="4" name="Image 0" descr="/home/claude/phase3/svgs/png/4-6-semantic-entropy-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6" y="1417320"/>
            <a:ext cx="951062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Farquhar et al., Nature, 2024: clustering sampled outputs by semantic equivalence and measuring entropy over those clusters catches confabulation that surface-level comparison misses.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techniques, different points of intervention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SelfCheckGPT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 entropy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Chain-of-Verification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Retrieval-augmented generation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Samples multiple responses and checks mutual consistency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Clusters sampled responses by meaning and measures entropy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Drafts, independently verifies, then revises its own claims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Grounds generation in retrieved external documents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it intervenes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generation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generation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During generation, before the final answer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and during generation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external knowledge base?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a retrieval index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limitation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Flags but does not fix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Flags but does not fix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catches self-identifiable errors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helps where retrieval succeeds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methods flag likely hallucination after the fact; verification and retrieval intervene earlier, and are commonly combined rather than used alone.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detection or mitigation approach</a:t>
            </a:r>
            <a:endParaRPr lang="en-US" sz="2600" dirty="0"/>
          </a:p>
        </p:txBody>
      </p:sp>
      <p:pic>
        <p:nvPicPr>
          <p:cNvPr id="4" name="Image 0" descr="/home/claude/phase3/svgs/png/4-6-hallucination-mitigation-decis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5323" y="1417320"/>
            <a:ext cx="840105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approach depends on whether an external source exists, whether sampling is affordable, whether the fact is long-tail, and whether scoring itself rewards guessing.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fabricated regulatory citations in compliance-summary drafts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drafting a compliance summary cites a regulation section number that sounds plausible but does not exist.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Chain-of-Verification to independently check each cited section number against the actual regulation text.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fabricated regulation citation that reads as plausible and specific can pass a reviewer's quick visual check, indistinguishable in tone from a correct 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Flagging hallucinated transaction details in customer-facing statement explanations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explaining account activity occasionally states a transaction detail not present in the real transaction log.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the explanation in retrieval from the actual transaction record rather than unaided model recall.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 reading a plausible but fabricated transaction detail in an official-sounding explanation could reasonably believe it reflects their real activity.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Checking for fabricated citations in clinical-literature summarization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summarizing clinical literature occasionally cites a study finding that does not actually exist.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 verification step checking each cited claim against the actual source article before clinical use.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fabricated but plausible citation could shape a care team's discussion around a study finding that was never published.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Detecting fabricated network-topology details in diagnostic summaries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diagnostics assistant occasionally states a topology detail that does not match the actual documented network configuration.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topology statements in retrieval from the actual current configuration database.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fabricated topology detail stated with full confidence could send an on-call engineer to the wrong device, extending outage duration during an active incident.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the difference between intrinsic and extrinsic hallucination?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 what sense does hallucination have a statistical floor, and for what kind of facts?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Why does hallucination persist in deployed systems beyond that statistical floor?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How do SelfCheckGPT and semantic entropy detect likely hallucination without a ground-truth source?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How does retrieval-augmented generation address hallucination differently than Chain-of-Verification?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4.6 · PHASE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splits into intrinsic (contradicts the source) and extrinsic (unverifiable from it)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hallucination rate is a statistical floor on rare facts, not just a fixable training defect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persists partly because evaluation rewards confident guessing over honest abstention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(SelfCheckGPT, semantic entropy) and mitigation (Chain-of-Verification, retrieval) each help, but none eliminates it alone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4.7 Responsible GenAI: Content Safety, Watermarking, Provenance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2026-08-22T09:37:42Z</dcterms:created>
  <dcterms:modified xsi:type="dcterms:W3CDTF">2026-08-22T09:37:42Z</dcterms:modified>
</cp:coreProperties>
</file>