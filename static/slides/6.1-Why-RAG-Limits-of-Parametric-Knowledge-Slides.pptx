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6.1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RAG? The Limits of Parametric Knowledge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pretrained model genuinely knows things. What it cannot do is stay current, cite a source, cover the long tail evenly, or update itself safely, and RAG exists to fix all four.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knowledge a pretrained model actually stores, and how unevenly it stores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specific limits of parametric knowledge this chapter names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fact baked into weights carries no source, per Lewis et al.'s original RAG paper (2020)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"just retrain it" is neither cheap nor safe: catastrophic forgetting and knowledge editing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pairing parametric memory with a non-parametric knowledge store answers all four limits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leaves off: Phase 6's later chapters build the retrieval pipeline itself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memory</a:t>
            </a:r>
            <a:endParaRPr lang="en-US" sz="2600" dirty="0"/>
          </a:p>
        </p:txBody>
      </p:sp>
      <p:pic>
        <p:nvPicPr>
          <p:cNvPr id="4" name="Image 0" descr="/home/claude/phase3/svgs/png/6-1-parametric-vs-nonparametric-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84" y="1417320"/>
            <a:ext cx="1010652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memory is baked into the model during training; non-parametric memory is queried fresh at inference time, and can be updated, cited, and curated independently of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knowledge is real, and it is uneven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Petroni et al. (2019): "BERT contains relational knowledge competitive with traditional NLP methods that have some access to oracle knowledge"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models need "no schema engineering," can "query about an open class of relations," and need "no human supervision to train"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Roberts et al. (2020): this ability "scales with model size" and performs "competitively with open-domain systems that explicitly retrieve" answers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coverage is not uniform: "certain types of factual knowledge are learned much more readily than others"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 repeated across thousands of pages is learned solidly; a fact that appeared once is learned poorly or not at all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1: knowledge is frozen at the training cutoff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ships with a training cutoff, the last date its pretraining corpus reflects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about the model's architecture lets it look past that date on its own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about a post-cutoff event, price, regulation, or policy, the model answers anyway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internal signal telling the model that the world has since moved 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visible of the four limits, and the one most directly tied to confident wrong answers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limits of parametric knowledge</a:t>
            </a:r>
            <a:endParaRPr lang="en-US" sz="2600" dirty="0"/>
          </a:p>
        </p:txBody>
      </p:sp>
      <p:pic>
        <p:nvPicPr>
          <p:cNvPr id="4" name="Image 0" descr="/home/claude/phase3/svgs/png/6-1-four-limits-of-parametric-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86" y="1417320"/>
            <a:ext cx="979952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Staleness, no provenance, uneven coverage, and costly, risky updates, all four a direct consequence of how parametric knowledge is learned and stored.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2: no pointer back to a source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et al. (2020), the paper that named RAG: a pretrained model's "ability to access and precisely manipulate knowledge is still limited"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knowledge-intensive tasks, "their performance lags behind task-specific architectures"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"Providing provenance for their decisions and updating their world knowledge remain open research problems"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and the sentence it appeared in are compressed into the same undifferentiated set of weights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fine-tuned model why it believes a claim, and there is no document it can point to, because none was ever attached to the fact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Cloud's framing: RAG produces "grounded generation" precisely because "LLMs are limited to their pre-trained data"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 lives in a specific place, not a lookup table</a:t>
            </a:r>
            <a:endParaRPr lang="en-US" sz="2600" dirty="0"/>
          </a:p>
        </p:txBody>
      </p:sp>
      <p:pic>
        <p:nvPicPr>
          <p:cNvPr id="4" name="Image 0" descr="/home/claude/phase3/svgs/png/6-1-knowledge-storage-in-we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86" y="1417320"/>
            <a:ext cx="979952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 et al. (2022): factual associations correspond to "localized, directly-editable computations" concentrated in "middle-layer feed-forward modules."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3 and 4: updating knowledge is neither cheap nor safe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Kirkpatrick et al. (2017): "it has been widely thought that catastrophic forgetting is an inevitable feature of connectionist models"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can lose what it already knew while being trained on something new, unless specifically protected against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more surgical fix, editing one fact directly, sounds simpler but is not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 et al. (2022) found facts localized in specific, identifiable computations, not a table you can look up and overwrite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well enough that the new fact sticks, without corrupting nearby facts, is itself an active research problem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ROME is notable specifically for maintaining "both specificity and generalization, whereas other methods sacrifice one or another"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addresses all four limits at once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 RAG "combines information retrieval with language model generation" to "better ground the model's response in evidence"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information is "retrieved at runtime" and "passed to the model along with the original query"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Staleness: update the knowledge store the moment a source changes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Provenance: cite the exact passage retrieval returned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coverage: curate the knowledge store directly, independent of training-data frequency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cost and risk: add or replace a document, with none of fine-tuning's forgetting risk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RAG is "a pragmatic and effective approach to using LLMs in an enterprise"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limits, each one answered</a:t>
            </a:r>
            <a:endParaRPr lang="en-US" sz="2600" dirty="0"/>
          </a:p>
        </p:txBody>
      </p:sp>
      <p:pic>
        <p:nvPicPr>
          <p:cNvPr id="4" name="Image 0" descr="/home/claude/phase3/svgs/png/6-1-rag-closes-all-four-g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86" y="1417320"/>
            <a:ext cx="979952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is free: a retrieval pipeline, an index to maintain, and new failure modes of its own, covered in Phase 6's later chapters.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relationships to the same problem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Parametric memory alone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Non-parametric memory (RAG)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Retraining or knowledge editing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knowledge lives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Compressed into the model's own weights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external, queryable corpus or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the model's weights, changed after the fact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current it can 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Frozen at the training cutoff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current as the underlying document store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current as the last retrain or edit, no fresher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it cite a 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a fact baked into weights has no pointer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this is retrieval's defining advantage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an edited fact still carries no provenance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and risk of an 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N/A, nothing updates on its 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or replace a document, no model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risk of catastrophic forgetting or side effects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relationships to the same underlying problem, what a model knows and how that knowledge can change.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whether a question needs retrieval at all</a:t>
            </a:r>
            <a:endParaRPr lang="en-US" sz="2600" dirty="0"/>
          </a:p>
        </p:txBody>
      </p:sp>
      <p:pic>
        <p:nvPicPr>
          <p:cNvPr id="4" name="Image 0" descr="/home/claude/phase3/svgs/png/6-1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633" y="1417320"/>
            <a:ext cx="8246429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chapter stops at the motivating question; Phase 6's later chapters build the retrieval pipeline itself, starting with embeddings and vector search in 6.2.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did Petroni et al. (2019) find about how much factual knowledge a pretrained model stores, and what limitation did they find alongside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According to Lewis et al.'s original RAG paper (2020), what two things do pretrained models struggle with regarding the knowledge in their weights?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catastrophic forgetting, and why does it make "just retrain the model" a risky answer to stale knowledge?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did Meng et al. (2022) find about where a specific fact lives inside a transformer's weights?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Name the four limits of parametric knowledge, and how RAG addresses each 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2026-08-23T15:11:53Z</dcterms:created>
  <dcterms:modified xsi:type="dcterms:W3CDTF">2026-08-23T15:11:53Z</dcterms:modified>
</cp:coreProperties>
</file>