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6.8 · PHASE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RAG Systems: Retrieval Metrics, Faithfulness, RAGAS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RAG pipeline does not tell you whether it works. This chapter covers the metrics and framework that answer that question, for both the retrieval half and the generation half.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&amp; Knowledge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metrics: Precision@k, Recall@k, Mean Reciprocal Rank, NDCG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Ragas: a reference-free framework for scoring RAG generation quality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Faithfulness: does the response stick to what the context actually says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Precision and Context Recall: scoring the retrieval side without labels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Relevancy: does the response address the question at all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 LLM judge has its own biases, and how to keep it honest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halves of RAG evaluation</a:t>
            </a:r>
            <a:endParaRPr lang="en-US" sz="2600" dirty="0"/>
          </a:p>
        </p:txBody>
      </p:sp>
      <p:pic>
        <p:nvPicPr>
          <p:cNvPr id="4" name="Image 0" descr="/home/claude/phase3/svgs/png/6-8-two-halves-of-eval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256" y="1417320"/>
            <a:ext cx="970518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evaluation checks whether the right documents were found; generation evaluation checks whether the answer reflects them.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metrics score the search half against a known-relevant 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Precision@k: of the k documents retrieved, how many were relevant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Recall@k: of all relevant documents that exist, how many made the top 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retriever can score well on one and poorly on the other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Reciprocal Rank: "the multiplicative inverse of the rank of the first correct answer"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NDCG compares actual ranking quality against an ideal ranking, DCG / IDCG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MRR nor NDCG is captured by precision or recall alone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and recall miss what ranking-aware metrics catch</a:t>
            </a:r>
            <a:endParaRPr lang="en-US" sz="2600" dirty="0"/>
          </a:p>
        </p:txBody>
      </p:sp>
      <p:pic>
        <p:nvPicPr>
          <p:cNvPr id="4" name="Image 0" descr="/home/claude/phase3/svgs/png/6-8-retrieval-metrics-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053" y="1417320"/>
            <a:ext cx="9883588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rankings with identical Precision@5 and Recall@5 can have very different Mean Reciprocal Rank and NDCG scores.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 scores generation quality without requiring a labeled correct answer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framework for reference-free evaluation of Retrieval Augmented Generation (RAG) pipelines"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because evaluating RAG spans several dimensions: retrieval quality, faithful use of context, and generation quality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Faithfulness: "how factually consistent a response is with the retrieved context"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Scoring: claims supported by context / total claims in the response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response can be entirely faithful and still wrong, if the context itself was bad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 decomposes a response into claims and scores each one</a:t>
            </a:r>
            <a:endParaRPr lang="en-US" sz="2600" dirty="0"/>
          </a:p>
        </p:txBody>
      </p:sp>
      <p:pic>
        <p:nvPicPr>
          <p:cNvPr id="4" name="Image 0" descr="/home/claude/phase3/svgs/png/6-8-faithfulness-sco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302" y="1417320"/>
            <a:ext cx="10183091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claim in a response is checked against the retrieved context; the score is the fraction that is actually supported.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Precision and Context Recall extend retrieval metrics into a reference-free setting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Precision: "the retriever's ability to rank relevant chunks higher than irrelevant ones"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as the mean of the precision@k for each chunk in the context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Recall: "measures how many of the relevant documents...were successfully retrieved"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Relevancy: generates artificial questions from the response, scores similarity to the actual input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verbose or off-topic response scores low on Answer Relevancy even if every sentence is true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Precision penalizes rank order; Context Recall penalizes absence</a:t>
            </a:r>
            <a:endParaRPr lang="en-US" sz="2600" dirty="0"/>
          </a:p>
        </p:txBody>
      </p:sp>
      <p:pic>
        <p:nvPicPr>
          <p:cNvPr id="4" name="Image 0" descr="/home/claude/phase3/svgs/png/6-8-context-precision-rec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302" y="1417320"/>
            <a:ext cx="10183091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relevant chunk ranked too low costs Context Precision; a relevant chunk never retrieved at all costs Context Recall.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judge has its own, well-documented biases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"Verbosity bias rewards longer answers even when shorter ones deliver better accuracy"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"Position bias causes judges to favor responses appearing first or last...independent of quality"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"Self-preference bias appears when a judge scores outputs from its own model family"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 strong judge "aligns with human preferences over 80% of the time," leaving a real error rate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automated scores with periodic human spot-checks and track agreement over time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metric families, scoring two different halves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 metrics (P@k, Recall@k, MRR, NDCG)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Faithfulness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Precision / Recall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 Relevancy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scores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Whether the right documents were found, and where they ranked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Whether claims are supported by retrieved context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Whether relevant chunks rank highly and were found at 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Whether the response addresses the question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labeled ground truth?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a known-relevant document set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needs a reference; Precision does not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regression can go unnoticed if only final answers are reviewed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fluent hallucination can still fool the judge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high score does not guarantee generation used it well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Relevant-sounding but unfaithful answers can score 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these metrics alone certifies a RAG system is production-ready.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evaluation pipeline scoring both halves of a RAG system</a:t>
            </a:r>
            <a:endParaRPr lang="en-US" sz="2600" dirty="0"/>
          </a:p>
        </p:txBody>
      </p:sp>
      <p:pic>
        <p:nvPicPr>
          <p:cNvPr id="4" name="Image 0" descr="/home/claude/phase3/svgs/png/6-8-reference-architectur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6848" y="1417320"/>
            <a:ext cx="685800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metrics and Ragas generation metrics feed one aggregate report, checked by a human sample before a regression gate decides whether to ship.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Why can a retriever score well on Precision@k and poorly on Recall@k for the same query?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does Mean Reciprocal Rank measure that Precision@k and Recall@k do not?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does the Faithfulness metric compute its score, and what kind of error does a low score reveal?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Why can a RAG system score perfectly on Faithfulness and still give a wrong answer?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What is verbosity bias in LLM-as-judge evaluation, and what does it mean for how scores should be used?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2026-08-25T04:40:09Z</dcterms:created>
  <dcterms:modified xsi:type="dcterms:W3CDTF">2026-08-25T04:40:09Z</dcterms:modified>
</cp:coreProperties>
</file>