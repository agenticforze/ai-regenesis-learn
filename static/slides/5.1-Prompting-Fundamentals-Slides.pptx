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5.1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Fundamentals: Zero-Shot, Few-Shot, Instruction Following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zero-shot, few-shot, and instruction tuning shape what a prompt can reliably get a model to 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definitions of zero-shot, one-shot, and few-shot (in-context learning)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tuning (FLAN) and RLHF (InstructGPT), previewed for Phase 7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base models and instruction-tuned models respond differently to the same prompt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 sensitivity: example order and systematic biases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good few-shot examples via semantic similarity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Zero-shot: task description only; few-shot: description plus worked examples, no weight updates either way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FLAN: instruction-tuning on many tasks improves zero-shot generalization to unseen instructions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InstructGPT: SFT + reward model + RLHF aligns a model with actual user intent, not just task format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model may continue text rather than obey an instruction; an instruction-tuned model usually will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 order (Lu et al.) and bias (Zhao et al.) can swing accuracy independently of the task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Semantically similar example selection (Liu et al.) beats random selection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Zero-shot, few-shot, and instruction tuning compared</a:t>
            </a:r>
            <a:endParaRPr lang="en-US" sz="2600" dirty="0"/>
          </a:p>
        </p:txBody>
      </p:sp>
      <p:pic>
        <p:nvPicPr>
          <p:cNvPr id="4" name="Image 0" descr="/home/claude/phase3/svgs/png/5-1-zero-shot-vs-few-shot-vs-instruction-tu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 works reliably with an instruction-tuned model; a base model often needs few-shot examples to infer the expected task format.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learning: everything happens within the prompt</a:t>
            </a:r>
            <a:endParaRPr lang="en-US" sz="2600" dirty="0"/>
          </a:p>
        </p:txBody>
      </p:sp>
      <p:pic>
        <p:nvPicPr>
          <p:cNvPr id="4" name="Image 0" descr="/home/claude/phase3/svgs/png/5-1-in-context-learning-no-gradient-up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et al., 2020: zero-shot, one-shot, and few-shot are defined purely by how many examples appear in the prompt, with no gradient updates in any case.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tuning and RLHF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 (Wei et al., 2021): fine-tuning on many instruction-phrased tasks improves zero-shot generalization to unseen instructions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InstructGPT (Ouyang et al., 2022, previewed here, full treatment in Phase 7): SFT on human demonstrations, then a reward model trained on human preference rankings, then RLHF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evaluators preferred a 1.3B InstructGPT model's outputs over the 175B base GPT-3 model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 uses only supervised multitask instruction data; InstructGPT adds human preference data and reinforcement learning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prompts are sensitive to example order</a:t>
            </a:r>
            <a:endParaRPr lang="en-US" sz="2600" dirty="0"/>
          </a:p>
        </p:txBody>
      </p:sp>
      <p:pic>
        <p:nvPicPr>
          <p:cNvPr id="4" name="Image 0" descr="/home/claude/phase3/svgs/png/5-1-few-shot-order-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 et al., 2021: reordering the same few-shot examples, with none added or removed, can swing accuracy from near state-of-the-art to close to random chance.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systematic biases, one calibration fix</a:t>
            </a:r>
            <a:endParaRPr lang="en-US" sz="2600" dirty="0"/>
          </a:p>
        </p:txBody>
      </p:sp>
      <p:pic>
        <p:nvPicPr>
          <p:cNvPr id="4" name="Image 0" descr="/home/claude/phase3/svgs/png/5-1-few-shot-biases-and-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Zhao et al., 2021: majority-label, recency, and common-token bias can all be estimated and corrected via contextual calibration using a content-free probe input.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which examples to show matters as much as how many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2021: selecting few-shot examples semantically similar to the test input outperforms random selection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is typically measured via nearest-neighbor retrieval in an embedding space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fixed pool of candidate examples can yield meaningfully different results depending purely on selection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holds across classification, table-to-text, and QA-style tasks, independent of prompt wording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points on a prompting spectrum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 (base model)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(base model)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 (instruction-tuned)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Calibrated few-shot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requires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 task 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description plus examples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 task 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 plus a calibration 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reliability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unreliable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reliable than zero-shot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stable across example 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Sensitive to order/selection?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substantially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Reduced, not eliminated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limitation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not treat prompt as an instruction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Order/selection swing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an instruction-tuned checkpoint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calibration pass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points on a spectrum, not a strict ranking; the right combination depends on the model available and the task's tolerance for variance.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prompting strategy for the model and task</a:t>
            </a:r>
            <a:endParaRPr lang="en-US" sz="2600" dirty="0"/>
          </a:p>
        </p:txBody>
      </p:sp>
      <p:pic>
        <p:nvPicPr>
          <p:cNvPr id="4" name="Image 0" descr="/home/claude/phase3/svgs/png/5-1-prompting-strategy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598" y="1417320"/>
            <a:ext cx="93345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zero-shot suffices depends on instruction-tuning status; few-shot prompts then need attention to example order, selection, and bias.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zero-shot versus few-shot for a document-classification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assumes zero-shot prompting will work reliably without confirming whether the underlying model is instruction-tuned.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instruction-tuning status before committing to a zero-shot design, falling back to few-shot if needed.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zero-shot prompt against an unconfirmed base model can produce inconsistent classification in production, since the model may continue text rather than assign a category.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Correcting majority-label bias in a fraud-flag few-shot prompt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fraud-flagging prompt's few-shot examples include more non-fraud than fraud examples, unchecked for majority-label bias.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contextual calibration or deliberately balance the example set.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Uncorrected majority-label bias can systematically under-flag genuine fraud cases, a skew invisible in an evaluation set built with the same imbalance.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Testing few-shot order sensitivity in a triage-priority 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triage-priority prompt's few-shot examples have never been tested against reordering, despite influencing urgency flags.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test the prompt's output across multiple example orderings before relying on it for prioritization.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order-sensitive triage prompt could assign different urgency to the same case purely due to example order, a direct patient-safety 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Choosing zero-shot versus few-shot for incident categorization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network-incident categorization tool assumes zero-shot prompting will work without confirming instruction-tuning status.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instruction-tuning status before committing to zero-shot, falling back to few-shot if needed.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categorization during an active outage, precisely when consistent triage matters most.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 Brown et al. define zero-shot, one-shot, and few-shot, and what do all three share?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key difference between FLAN's instruction tuning and InstructGPT's RLHF pipeline?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does a base model often need few-shot examples while an instruction-tuned model works well zero-shot?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did Lu et al. find about few-shot example order?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three biases did Zhao et al. identify, and how does contextual calibration address them?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5.1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and few-shot are defined by example count in the prompt, with no weight updates either way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tuning and RLHF are why modern models follow zero-shot instructions reliably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prompts remain sensitive to example order, selection, and systematic bias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construction is a deliberate design decision, not an afterthought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5.2 Advanced Prompting Patterns: Chain-of-Thought, Self-Consistency, Tree-of-Thought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2026-08-22T14:33:19Z</dcterms:created>
  <dcterms:modified xsi:type="dcterms:W3CDTF">2026-08-22T14:33:19Z</dcterms:modified>
</cp:coreProperties>
</file>