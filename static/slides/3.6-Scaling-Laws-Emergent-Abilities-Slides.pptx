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3.6 · PHASE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Laws &amp; Emergent Abilities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977640"/>
            <a:ext cx="2926080" cy="0"/>
          </a:xfrm>
          <a:prstGeom prst="line">
            <a:avLst/>
          </a:prstGeom>
          <a:noFill/>
          <a:ln w="38100">
            <a:solidFill>
              <a:srgbClr val="184F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206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spend a fixed training compute budget, and whether scale ever changes a model in kind, not just in degree.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&amp; Language Model Foundations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chapter covers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Kaplan et al. (2020): test loss falls as a smooth power law in model size, data, and compute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Chinchilla (2022): the compute-optimal correction to that early heuristic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Emergent abilities: capabilities that appear only above a scale threshold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"mirage" critique: how evaluation metric choice can manufacture apparent emergence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 across Finance, Healthcare, and Telecom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TL;DR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short version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loss falls as a smooth power law in model size, data size, and compute (Kaplan et al., 2020)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Chinchilla (2022) corrected the compute allocation: scale model size and data roughly together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Gopher (280B params) was undertrained; Chinchilla (70B params, more data) beat it at equal compute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Emergent abilities appear only above a scale threshold, unlike smooth loss curves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"mirage" critique: metric choice can make emergence look sharper than it is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compute budget, two different splits</a:t>
            </a:r>
            <a:endParaRPr lang="en-US" sz="2600" dirty="0"/>
          </a:p>
        </p:txBody>
      </p:sp>
      <p:pic>
        <p:nvPicPr>
          <p:cNvPr id="4" name="Image 0" descr="/home/claude/phase3/svgs/png/3-6-compute-optimal-front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4150" y="1417320"/>
            <a:ext cx="9823396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Kaplan-era scaling favored growing model size faster than data; Chinchilla's compute-optimal frontier corrects this toward balance.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Kaplan et al.: three smooth power-law curves</a:t>
            </a:r>
            <a:endParaRPr lang="en-US" sz="2600" dirty="0"/>
          </a:p>
        </p:txBody>
      </p:sp>
      <p:pic>
        <p:nvPicPr>
          <p:cNvPr id="4" name="Image 0" descr="/home/claude/phase3/svgs/png/3-6-kaplan-scaling-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48" y="1417320"/>
            <a:ext cx="10515600" cy="43347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889244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loss falls smoothly and predictably as model size, dataset size, or compute independently increase, holding across many orders of magnitude.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Chinchilla's correction, demonstrated directly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Hoffmann et al. (2022) systematically varied model size and data size together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Chinchilla: 70B parameters, trained on 1.4 trillion tokens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Gopher: 280B parameters, trained on roughly 300 billion tokens, same total compute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Chinchilla outperformed Gopher across a wide range of benchmarks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that many contemporary large models were undertrained relative to their size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Emergent abilities: not present, then present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 et al. (2022): a capability not present in smaller models, present in larger ones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be predicted by extrapolating smaller models' performance trend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certain multi-step arithmetic and instruction-following tasks on BIG-Bench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stays near chance, then rises sharply above a scale threshold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loss versus a sharp emergent-ability jump</a:t>
            </a:r>
            <a:endParaRPr lang="en-US" sz="2600" dirty="0"/>
          </a:p>
        </p:txBody>
      </p:sp>
      <p:pic>
        <p:nvPicPr>
          <p:cNvPr id="4" name="Image 0" descr="/home/claude/phase3/svgs/png/3-6-emergent-ability-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48" y="1417320"/>
            <a:ext cx="10515600" cy="43347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889244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increase in scale can look completely different depending on whether the metric is a smooth loss curve or a task-level accuracy threshold.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mirage: metric choice can manufacture apparent emergence</a:t>
            </a:r>
            <a:endParaRPr lang="en-US" sz="2600" dirty="0"/>
          </a:p>
        </p:txBody>
      </p:sp>
      <p:pic>
        <p:nvPicPr>
          <p:cNvPr id="4" name="Image 0" descr="/home/claude/phase3/svgs/png/3-6-mirage-metric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48" y="1417320"/>
            <a:ext cx="10515600" cy="43347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889244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Schaefer et al. (2023): a discontinuous exact-match metric can turn a smoothly improving per-token error rate into a sharp jump. The debate is not fully settled for every case.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compute budget to deployment decision</a:t>
            </a:r>
            <a:endParaRPr lang="en-US" sz="2600" dirty="0"/>
          </a:p>
        </p:txBody>
      </p:sp>
      <p:pic>
        <p:nvPicPr>
          <p:cNvPr id="4" name="Image 0" descr="/home/claude/phase3/svgs/png/3-6-decision-flow-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48" y="1417320"/>
            <a:ext cx="10515600" cy="43347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889244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separate decisions matter: how compute was split during training, and whether evaluation used a metric that could hide gradual change.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&amp; RELATED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related but distinct findings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206240"/>
        </p:xfrm>
        <a:graphic>
          <a:graphicData uri="http://schemas.openxmlformats.org/drawingml/2006/table">
            <a:tbl>
              <a:tblPr/>
              <a:tblGrid>
                <a:gridCol w="2720340"/>
                <a:gridCol w="2720340"/>
                <a:gridCol w="2720340"/>
                <a:gridCol w="2720340"/>
              </a:tblGrid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Kaplan-era scaling (2020)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Chinchilla compute-optimal (2022)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Emergent abilities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describes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test loss falls as scale grows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to split a fixed compute budget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Capabilities appearing above a scale threshold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Compute allocation implication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Favor a larger model over more data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 model size and data together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 compute-allocation finding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Nature of the curve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Smooth power law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Smooth power law, corrected split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Apparently discontinuous; contested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evidence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 curves across many scales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Chinchilla beating Gopher at equal compute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Sharp accuracy jumps on BIG-Bench tasks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answer different questions: how loss scales, how to allocate a compute budget, and whether capabilities appear discontinuously.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SERVICES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between a larger base model and more task-specific data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team must decide whether budget is better spent on a larger base model or more fine-tuning data for classification at scale.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Chinchilla-style compute-optimal reasoning rather than defaulting to the older size-favoring assumption.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oversized, undertrained model can silently underperform on unusual transaction types underrepresented in training data, a gap model-risk-management would need to specifically test for.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Revalidating a numerical-reasoning capability after a model downgrade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multi-step reasoning capability used for a regulatory ratio calculation may be specific to the previous model's scale.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Explicitly revalidate the specific capability whenever the model is downgraded, not just recheck aggregate scores.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cost-driven downgrade can silently lose a numerical-reasoning capability relied on for a regulatory calculation, since emergent capabilities do not necessarily degrade gracefully.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&amp; Telecom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+ TELECOM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(Healthcare) Underestimating training-data needs for a clinical model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Assuming a bigger clinical model needs comparatively less data reflects the outdated Kaplan-era heuristic.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Chinchilla-style compute-optimal reasoning when planning a clinical-domain-adapted model's training budget.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undertrained, oversized clinical model can silently underperform on rarer scenarios underrepresented in training data, a patient-safety-relevant gap a generic benchmark would not reveal.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(Telecom) Compute-optimal selection for real-time network-log analysis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choice affects both accuracy and inference latency for time-sensitive network monitoring.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whether a smaller, more thoroughly trained model can match a larger, undertrained one before selecting.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oversized model chosen on parameter-count marketing alone can add unnecessary latency to outage detection without buying accuracy, threatening detection-time SLA commitments.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before moving 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did Kaplan et al. find about test loss, and how was it initially read as a compute-allocation recommendation?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did Chinchilla correct, and what evidence supported the correction?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What is an emergent ability, and how does its pattern differ from a smooth scaling curve?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What does the "emergent abilities mirage" critique argue about evaluation metric choice?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42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6B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3.6 · PHASE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loss falls as a smooth power law in model size, data size, and compute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Chinchilla corrected the compute-optimal split: scale size and data together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Emergent abilities appear only above a scale threshold, not gradually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choice can materially affect whether emergence looks sudden or gradual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6B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3.7 The 2026 Model Landscape: Open vs. Closed, Size Classes, Choosing a Base Model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2026-08-21T22:26:22Z</dcterms:created>
  <dcterms:modified xsi:type="dcterms:W3CDTF">2026-08-21T22:26:22Z</dcterms:modified>
</cp:coreProperties>
</file>