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6.6 · PHASE 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Graphs + LLMs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3977640"/>
            <a:ext cx="2926080" cy="0"/>
          </a:xfrm>
          <a:prstGeom prst="line">
            <a:avLst/>
          </a:prstGeom>
          <a:noFill/>
          <a:ln w="38100">
            <a:solidFill>
              <a:srgbClr val="184F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206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6.5 used a knowledge graph to power GraphRAG. This chapter is about the graph itself: its structure, construction, resolution problem, and how a model queries and predicts against it directly.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Retrieval-Augmented Generation &amp; Knowledge Systems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chapter covers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knowledge graph actually is, and how it differs from a relational database and a vector index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RDF triple stores vs. labeled property graphs: SPARQL vs. Cypher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knowledge graph from unstructured text with a schema-guided LLM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resolution: why the same real-world entity needs to become a single node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graph embeddings: predicting a link nobody entered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Text2Cypher: letting an agent query the graph directly instead of only reading summaries of it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facts, three representations</a:t>
            </a:r>
            <a:endParaRPr lang="en-US" sz="2600" dirty="0"/>
          </a:p>
        </p:txBody>
      </p:sp>
      <p:pic>
        <p:nvPicPr>
          <p:cNvPr id="4" name="Image 0" descr="/home/claude/phase3/svgs/png/6-6-kg-vs-relational-vs-vec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125" y="1417320"/>
            <a:ext cx="9981446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Joined at query time, embedded with no explicit relationships, or stored as first-class connections.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knowledge graph stores relationships as data, not as something computed later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 knowledge graph is an organized representation of real-world entities and their relationships"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"Nodes denote and store details about entities"; "relationships link two nodes together"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relational database's relationships "reside in the code" and "must be synthesized at runtime with joins"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graph database keeps relationships "stored directly in the database rather than re-generating them using joins"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schema gives that structure consistent meaning across the whole graph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RDF triple stores vs. labeled property graphs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RDF: "the subject will be a resource...the predicate will represent an edge...the object will be another node or a literal value"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"complete atomic decomposition of our data," queried with SPARQL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graphs: "both the nodes and relationships have an internal structure," queried with Cypher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"Because of the atomic decomposition of the data and RDF, you typically have longer patterns when you perform queries"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RDF suits cross-system interoperability; property graphs suit fast, deeply-chained traversal in one system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graph from text now means instructing an LLM with a schema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"instructed with detailed prompts...to extract, and de-duplicate entities and relationships"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returned as "structured JSON" that "can be stored in a graph database"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 can specify a schema with allowed nodes and relationships...and additional extraction instructions"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 pipeline: "data loader, text splitter, chunk embedder, schema builder, lexical graph builder, entity and relation extractor, knowledge graph writer, entity resolver"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documents to a knowledge graph</a:t>
            </a:r>
            <a:endParaRPr lang="en-US" sz="2600" dirty="0"/>
          </a:p>
        </p:txBody>
      </p:sp>
      <p:pic>
        <p:nvPicPr>
          <p:cNvPr id="4" name="Image 0" descr="/home/claude/phase3/svgs/png/6-6-kg-construction-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48" y="1417320"/>
            <a:ext cx="10515600" cy="43172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587171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fixed schema constrains extraction to a known vocabulary; entity resolution then merges every mention into one node.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resolution: the same real-world thing rarely appears under the same name twice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person can appear as a full name, a title and surname, and a first name across three paragraphs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ideally want a single real-world entity to be represented with a single node"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Named-entity recognition alone treats each mention as separate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Named-entity linking "maps those entities to a target knowledge base," often an external reference like Wikipedia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this step and a graph fragments into duplicate, disconnected nodes for one entity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resolution: one real entity, one node</a:t>
            </a:r>
            <a:endParaRPr lang="en-US" sz="2600" dirty="0"/>
          </a:p>
        </p:txBody>
      </p:sp>
      <p:pic>
        <p:nvPicPr>
          <p:cNvPr id="4" name="Image 0" descr="/home/claude/phase3/svgs/png/6-6-entity-resol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48" y="1417320"/>
            <a:ext cx="10515600" cy="43464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59009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Named-entity linking maps every mention to the same target identifier, merging separate nodes into one.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graph embeddings predict connections nobody entered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"Vector representations of entities and relationships...used to predict missing links"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job from Chapter 6.2's embeddings: those represent text meaning, these represent position within the graph's structure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"Machine learning algorithms work better with numerical data...to perform tasks like link prediction"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prediction, not a retrieval, and one that needs verification before being treated as fact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Text2Cypher lets an agent query the graph directly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"Generating Cypher queries from natural language using LLMs"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"Allowing an AI agent to generate and execute database queries...grounds its insights in actual domain knowledge"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"reduces the risk of hallucination" compared to reading a possibly outdated summary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But: "query generation...requires agents to also have a clear understanding of the database schema"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"Large schema sizes may...overload the context and confuse the LLM"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Trades an outdated-summary risk for a malformed-query risk, not a free upgrade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Text2Cypher: querying the graph directly</a:t>
            </a:r>
            <a:endParaRPr lang="en-US" sz="2600" dirty="0"/>
          </a:p>
        </p:txBody>
      </p:sp>
      <p:pic>
        <p:nvPicPr>
          <p:cNvPr id="4" name="Image 0" descr="/home/claude/phase3/svgs/png/6-6-text2cypher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48" y="1417320"/>
            <a:ext cx="10515600" cy="4206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Grounds an answer in a live query result rather than a retrieved summary, at the cost of depending on schema clarity.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&amp; RELATED 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to store the same facts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4206240"/>
        </p:xfrm>
        <a:graphic>
          <a:graphicData uri="http://schemas.openxmlformats.org/drawingml/2006/table">
            <a:tbl>
              <a:tblPr/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Relational database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Vector index (Ch. 6.2/6.3)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Property graph (Cypher)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RDF triple store (SPARQL)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Relationships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Computed at query time via joins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explicit, only similarity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Stored directly as edges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Decomposed into atomic triples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at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Structured, tabular data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Finding semantically similar content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Fast, deeply-chained traversal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Interoperating across independent graphs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Mature, well-understood tooling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embedding call per item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construction + resolution pipeline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Longer query patterns, same construction cost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optimized for a different question: filtering structured records, finding similar meaning, traversing known relationships fast, or interoperating across systems.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graph, three ways to consume it</a:t>
            </a:r>
            <a:endParaRPr lang="en-US" sz="2600" dirty="0"/>
          </a:p>
        </p:txBody>
      </p:sp>
      <p:pic>
        <p:nvPicPr>
          <p:cNvPr id="4" name="Image 0" descr="/home/claude/phase3/svgs/png/6-6-reference-architecture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0933" y="1417320"/>
            <a:ext cx="714983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 predict a relationship nobody entered; Text2Cypher retrieves one that is already there; GraphRAG reasons over pre-built summaries.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UNDERSTANDING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before moving 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How does a knowledge graph represent relationships differently from a relational database, and why does that matter for a multi-hop query?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What is the structural difference between an RDF triple store and a labeled property graph, and what query language goes with each?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What problem does entity resolution solve, and what happens to a knowledge graph if it is skipped?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What is a knowledge graph embedding used for, and how is it different from the embeddings covered in Chapter 6.2?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What does Text2Cypher let an agent do that GraphRAG-style community search does not, and what new failure mode does it introduce?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2026-08-25T04:00:39Z</dcterms:created>
  <dcterms:modified xsi:type="dcterms:W3CDTF">2026-08-25T04:00:39Z</dcterms:modified>
</cp:coreProperties>
</file>