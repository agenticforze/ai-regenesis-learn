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3.4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of LLMs: GPT / BERT / T5 Families, Compared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families each pretraining objective from 3.3 actually produced, and how each one evolved.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family: decoder-only, causal LM, from GPT-1 through GPT-4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family: encoder-only, masked LM, from BERT through RoBERTa, ALBERT, DeBERTa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/ BART family: encoder-decoder, seq2seq, converging on text-to-text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architecture is largely inherited from pretraining objective, not a free choice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 versus fine-tuning as two different adaptation mechanisms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GPT: decoder-only, causal LM, evolves through scale (GPT-1 to GPT-4)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encoder-only, masked LM, evolves through training recipe and architecture refinements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/ BART: encoder-decoder, seq2seq, converge on text-to-text for every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family means picking which of 3.3's three objectives fits the task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3.6 covers why scale specifically unlocks new capabilities like in-context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family trees, three structural choices</a:t>
            </a:r>
            <a:endParaRPr lang="en-US" sz="2600" dirty="0"/>
          </a:p>
        </p:txBody>
      </p:sp>
      <p:pic>
        <p:nvPicPr>
          <p:cNvPr id="4" name="Image 0" descr="/home/claude/phase3/svgs/png/3-4-three-architecture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keeps only a decoder. BERT keeps only an encoder. T5 and BART keep both, joined by cross-attention.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GPT family: what scale unlocked at each step</a:t>
            </a:r>
            <a:endParaRPr lang="en-US" sz="2600" dirty="0"/>
          </a:p>
        </p:txBody>
      </p:sp>
      <p:pic>
        <p:nvPicPr>
          <p:cNvPr id="4" name="Image 0" descr="/home/claude/phase3/svgs/png/3-4-gpt-family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causal LM objective and decoder-only architecture throughout; scale, data, and training changed at each step.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decoder-only models can be prompted directly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and the generated continuation live in the same token sequence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causal self-attention stack processes both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 in the prompt are just more prior tokens to condition 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architectural seam between reading the prompt and writing the answer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mechanical fact is what makes in-context learning possible at all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BERT family: three different kinds of change</a:t>
            </a:r>
            <a:endParaRPr lang="en-US" sz="2600" dirty="0"/>
          </a:p>
        </p:txBody>
      </p:sp>
      <p:pic>
        <p:nvPicPr>
          <p:cNvPr id="4" name="Image 0" descr="/home/claude/phase3/svgs/png/3-4-bert-family-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RoBERTa changed only training recipe. ALBERT and DeBERTa each changed a specific architectural mechanism.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versus BART: two pretraining recipes, one architecture</a:t>
            </a:r>
            <a:endParaRPr lang="en-US" sz="2600" dirty="0"/>
          </a:p>
        </p:txBody>
      </p:sp>
      <p:pic>
        <p:nvPicPr>
          <p:cNvPr id="4" name="Image 0" descr="/home/claude/phase3/svgs/png/3-4-t5-bart-objecti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generates only the missing spans. BART reconstructs the entire corrupted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In-context learning versus fine-tuning</a:t>
            </a:r>
            <a:endParaRPr lang="en-US" sz="2600" dirty="0"/>
          </a:p>
        </p:txBody>
      </p:sp>
      <p:pic>
        <p:nvPicPr>
          <p:cNvPr id="4" name="Image 0" descr="/home/claude/phase3/svgs/png/3-4-in-context-learning-vs-finet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322" y="1417320"/>
            <a:ext cx="10393052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GPT-family model adapts at deployment time from a few prompt examples. A BERT-family model requires collecting labels, training, and deploying a fixed checkpoint.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a task to the right family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generation from a prompt: GPT family, decoder-only, causal LM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Fixed-input classification or extraction: BERT family, encoder-only, masked LM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Input-to-output transformation (translate, summarize): T5 / BART, encoder-decoder, seq2seq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is largely inherited from which objective in 3.3 fits the task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vs. BERT vs. T5 / BART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 family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family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 / BART family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Decoder-only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Encoder-only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Encoder-decoder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Pretraining objective (3.3)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Causal 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Masked 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Seq2seq (span corruption / denoising)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generate open-ended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natively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No: needs a task head, no decoder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conditioned on 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Zero/few-shot without fine-tuning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at scale (GPT-3+)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naturally; typically fine-tuned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without fine-tuning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evolution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GPT-1 → GPT-2 → GPT-3 → GPT-4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 → RoBERTa, ALBERT, DeBERTa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T5, BART, mT5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Picking a family means picking which of chapter 3.3's three objectives fits the task.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classification of ad-hoc regulatory queries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new, narrow query category does not justify a dedicated fine-tuning pipeline.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GPT-family model classifies via a handful of in-context examples, no fine-tuning infrastructure required.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behavior can shift when the underlying model version changes, an ongoing validation surface rather than a one-time sign-off, since there is no fixed checkpoint to re-certify.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disclosure narrative from structured filing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financial data needs to become readable narrative disclosure text.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T5-family model generates narrative text conditioned on the structured input.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generated narrative that misstates or rounds a figure inconsistently with the underlying data creates a disclosure-accuracy exposure caught before filing, not after.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Correcting OCR errors in scanned medical records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historical records often contain OCR errors needing correction before indexing.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BART-style denoising model reconstructs the likely original text from corrupted OCR output.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"corrected" reconstruction that silently changes a clinical value, such as a dosage digit, is a clinical-safety issue distinct from an ordinary OCR-accuracy problem.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Zero-shot drafting of new technical documentation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newly launched feature needs support documentation before a fine-tuning pipeline for its vocabulary could exist.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GPT-family model drafts documentation zero-shot or few-shot from a short description and examples.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unreviewed drafting error reaching a support queue can lead a technician to a wrong resolution step mid-incident, extending the very outage it was meant to help resolve.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can a decoder-only GPT-family model be prompted directly with in-context examples, while a BERT-family model cannot?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specifically changed between BERT and RoBERTa, and what changed between BERT and ALBERT?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the key difference between T5's and BART's pretraining objectives, even though both use an encoder-decoder architecture?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did GPT-3 demonstrate that GPT-2 did not, and what stayed the same across both?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3.4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GPT: decoder-only, causal LM, evolves through scale, unlocking zero/few-shot transfer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BERT: encoder-only, masked LM, evolves through training recipe and architecture refinements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 / BART: encoder-decoder, seq2seq, converge on text-to-text for every task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is largely inherited from which pretraining objective fits the task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3.5 Tokenizers Deep Dive: BPE, WordPiece, SentencePiece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2026-08-21T22:07:08Z</dcterms:created>
  <dcterms:modified xsi:type="dcterms:W3CDTF">2026-08-21T22:07:08Z</dcterms:modified>
</cp:coreProperties>
</file>