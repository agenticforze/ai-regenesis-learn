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4.1 · PHASE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Generative AI? Generative vs. Discriminative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mechanical distinction underneath every "is this generative AI" question, and why it splits further into explicit- and implicit-density models.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Discriminative vs. generative models: what each actually learns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Explicit-density vs. implicit-density generative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generative learning trilemma: quality, diversity, speed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collapse as a specific implicit-density failure mode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across all three model types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Discriminative models learn P(label given input) directly; they never model the data itself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models learn something about the data's own distribution, enabling new samples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Explicit-density models compute a real probability per output (e.g., an autoregressive LLM)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Implicit-density models only learn to sample convincingly, with no probability computed (e.g., a GAN)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generative family gets high quality, full diversity, and fast sampling all at once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guard and the sketch artist</a:t>
            </a:r>
            <a:endParaRPr lang="en-US" sz="2600" dirty="0"/>
          </a:p>
        </p:txBody>
      </p:sp>
      <p:pic>
        <p:nvPicPr>
          <p:cNvPr id="4" name="Image 0" descr="/home/claude/phase3/svgs/png/4-1-discriminative-vs-gener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discriminative model draws a boundary between existing classes. A generative model learns the shape of the data well enough to produce new examples from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mathematical distinction, stated precisely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Discriminative: directly parameterizes P(label given input), with no representation of P(input) anywhere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(classical): parameterizes the joint distribution P(x, y), from which P(label given input) can be derived via Bayes' theorem (1.8)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(modern): treats P(output given input) as a full distribution to sample from, not a single predicted label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(1.5) is the standard textbook generative classifier: it models P(x given y) and P(y) separately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purely discriminative, cannot generate a synthetic x for a class even though it solves the same classification task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further split: explicit-density vs. implicit-density</a:t>
            </a:r>
            <a:endParaRPr lang="en-US" sz="2600" dirty="0"/>
          </a:p>
        </p:txBody>
      </p:sp>
      <p:pic>
        <p:nvPicPr>
          <p:cNvPr id="4" name="Image 0" descr="/home/claude/phase3/svgs/png/4-1-explicit-vs-implicit-d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explicit-density model computes a real probability for every output. An implicit-density model only learns to fool a discriminator, with no probability computed anywhere.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split matters operationally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autoregressive LLM (3.3) is explicit-density: perplexity (3.3) is a direct, auditable summary of its computed probabilities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Generative Adversarial Network (covered fully in 4.2) is the standard implicit-density example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explicit-density model's output can, in principle, be interrogated for how confident the model was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implicit-density model's output cannot be interrogated this way, because no probability was ever computed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generative learning trilemma</a:t>
            </a:r>
            <a:endParaRPr lang="en-US" sz="2600" dirty="0"/>
          </a:p>
        </p:txBody>
      </p:sp>
      <p:pic>
        <p:nvPicPr>
          <p:cNvPr id="4" name="Image 0" descr="/home/claude/phase3/svgs/png/4-1-generative-trilemma-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Xiao, Kreis, and Vahdat (arXiv:2112.07804, 2022): high sample quality, full data diversity, and fast sampling are not achieved simultaneously by a single family.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collapse: a failure mode specific to implicit-density training</a:t>
            </a:r>
            <a:endParaRPr lang="en-US" sz="2600" dirty="0"/>
          </a:p>
        </p:txBody>
      </p:sp>
      <p:pic>
        <p:nvPicPr>
          <p:cNvPr id="4" name="Image 0" descr="/home/claude/phase3/svgs/png/4-1-mode-collapse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16" y="1417320"/>
            <a:ext cx="1014466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mode-collapsed generator reproduces only a narrow slice of the true data's variety while still looking locally convincing.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Discriminative vs. explicit-density vs. implicit-density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Discriminative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Explicit-density generative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Implicit-density generative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learned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P(label given input), directly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real, computable probability over outputs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how to sample; no probability computed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generate new samples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by sampling the computed distribution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by sampling the trained generator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Per-output confidence 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(a calibrated label probability)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in principle (e.g., perplexity, 3.3)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No; nothing to interrogate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regression, a fine-tuned classifier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Autoregressive LLM (3.3)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GAN (4.2)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kinds of generative model can produce new samples; only one of them can also tell you how confident it was in a specific output.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between a discriminative and a generative model</a:t>
            </a:r>
            <a:endParaRPr lang="en-US" sz="2600" dirty="0"/>
          </a:p>
        </p:txBody>
      </p:sp>
      <p:pic>
        <p:nvPicPr>
          <p:cNvPr id="4" name="Image 0" descr="/home/claude/phase3/svgs/png/4-1-decision-flow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task needs to do about existing input versus new content drives the choice, before a computable-probability requirement splits generative models further.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discriminative model, not a generative one, for the actual fraud decision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building a fraud-detection pipeline is tempted to have a generative LLM directly issue the fraud/no-fraud decision.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actual scoring decision on a discriminative classifier that produces a calibrated P(fraud given transaction).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generative model's plausible-sounding fraud judgment is not a calibrated probability, and model-risk-management cannot validate it the same 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synthetic transaction data for mode collapse before using it in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transaction data can suffer mode collapse, underrepresenting rare-but-legitimate patterns like unusual large wire transfers.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test synthetic data for coverage of rare transaction types, not just aggregate statistical similarity.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fraud model validated against mode-collapsed synthetic data can look accurate in testing while remaining blind to the rare pattern that mattered in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Keeping a diagnostic classifier discriminative, separate from a generative imaging 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diagnostic tool must output a calibrated probability; a separate generative tool might create synthetic training images.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diagnostic classifier on calibration and accuracy, and validate the generative image tool separately on feature preservation.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a generative tool's fabricated finding as equivalent to a calibrated probability can lead a clinician to over-trust an unvalidated signal.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Checking synthetic network-traffic generators for mode collapse before capacity planning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generative model producing synthetic traffic for capacity planning can suffer mode collapse, underrepresenting rare surge patterns.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synthetic traffic data specifically for coverage of rare surge patterns before using it for capacity-planning decisions.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plans built on mode-collapsed synthetic data can leave the network under-provisioned for exactly the rare event that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core mathematical difference between a discriminative model and a generative model?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distinguishes an explicit-density from an implicit-density generative model?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generative learning trilemma, and which goal does each of GANs, VAEs, and diffusion models sacrifice?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mode collapse, and why is it a particular risk for GAN-style models?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4.1 · PHASE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Discriminative models learn P(label given input); generative models learn the data's own distribution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models split into explicit-density (a computed probability) and implicit-density (no probability)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generative family gets high quality, full diversity, and fast sampling all at once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collapse is a specific, checkable risk for implicit-density models like GANs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4.2 Generative Model Families Compared: LLMs, Diffusion Models, GANs, VAEs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2026-08-22T08:50:52Z</dcterms:created>
  <dcterms:modified xsi:type="dcterms:W3CDTF">2026-08-22T08:50:52Z</dcterms:modified>
</cp:coreProperties>
</file>