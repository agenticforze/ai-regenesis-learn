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Alignment Techniques Deep Dive:</a:t>
            </a:r>
          </a:p>
          <a:p>
            <a:pPr>
              <a:spcBef>
                <a:spcPts val="800"/>
              </a:spcBef>
            </a:pPr>
            <a:r>
              <a:rPr sz="2400" b="0">
                <a:solidFill>
                  <a:srgbClr val="5B8FC9"/>
                </a:solidFill>
              </a:rPr>
              <a:t>Instruction Tuning, RLHF, RLAIF, DPO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7.3  ·  PHASE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D3D"/>
                </a:solidFill>
              </a:rPr>
              <a:t>Chapter 7.2 covered how to fine-tune efficiently. This chapter covers teaching a model to behave the way people actually want, through four techniques that each build on the one before it.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5B8FC9"/>
                </a:solidFill>
              </a:rPr>
              <a:t>Fine-Tuning, Alignment &amp; Model Customization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What this chapter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The InstructGPT result that proved aligning a model matters more than raw parameter count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RLHF: a reward model trained on human preference comparisons, then reinforcement learning against it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RLAIF: the same structure, with an AI model standing in for the human labeler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DPO: removing the reward model and RL loop entirely, down to a single classification loss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A hands-on DPO loss computed by hand, with no reward model or RL loop in sight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F2D3D"/>
                </a:solidFill>
              </a:rPr>
              <a:t>•  Where all four techniques fit in one pipeline, and what each one costs operationally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A four-stage progression, not four unrelated techniques</a:t>
            </a:r>
          </a:p>
        </p:txBody>
      </p:sp>
      <p:pic>
        <p:nvPicPr>
          <p:cNvPr id="5" name="Picture 4" descr="7-3-alignment-pipelin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188720"/>
            <a:ext cx="8686800" cy="3121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Each technique keeps something from the one before it and removes or replaces one piece of machinery.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Instruction tuning is the supervised foundation everything else builds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"Making language models bigger does not inherently make them better at following a user's intent" (Ouyang et al.)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"We collect a dataset of labeler demonstrations of the desired model behavior...to fine-tune GPT-3"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"Outputs from the 1.3B parameter InstructGPT model are preferred to outputs from the 175B GPT-3"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Raw parameter count was never the bottleneck; alignment to what a user wanted was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"Improvements in truthfulness and reductions in toxic output" with minimal quality tax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RLHF trains a reward model to stand in for a human judgment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"We collect a dataset of rankings of model outputs...using reinforcement learning from human feedback"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reward model predicts which of two outputs human labelers would rank higher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The policy model is then optimized with RL, typically PPO, against that reward model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The cost: an ongoing supply of human comparisons, a maintained reward model, a harder-to-stabilize RL loop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InstructGPT's 100x-fewer-parameters result depended on this stage, not supervised tuning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RLAIF keeps RLHF's structure, swaps who supplies the labels</a:t>
            </a:r>
          </a:p>
        </p:txBody>
      </p:sp>
      <p:pic>
        <p:nvPicPr>
          <p:cNvPr id="5" name="Picture 4" descr="7-3-rlhf-vs-rlaif-labeler-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188720"/>
            <a:ext cx="8686800" cy="3822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RLAIF is not a different pipeline from RLHF; it is the same pipeline with an AI model as the labeler.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RLAIF trades human grounding for scale, and the evidence holds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"In the RL phase...train a preference model from this dataset of AI preferences" (Constitutional AI)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"RLAIF can achieve performance on-par with using human feedback" (Lee et al.)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"Comparable performance to RLHF" across summarization, helpful dialogue, and harmless dialogue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"RLAIF can outperform a supervised fine-tuned baseline even when the AI labeler is the same size as the policy"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A model can meaningfully improve on itself using its own preference judgments as signal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DPO removes the reward model and RL loop entirely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The paper's own title: the language model being trained is "secretly a reward model" already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"Allowing us to solve the standard RLHF problem with only a simple classification loss"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"Eliminating the need for sampling from the LM during fine-tuning or...hyperparameter tuning"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"Exceeds PPO-based RLHF in ability to control sentiment...while being substantially simpler"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Still needs the same preference pairs RLHF/RLAIF need; removes everything downstream of that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Compute a DPO loss 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1: start from a preference pair, a prompt, a chosen response, and a rejected response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2: get log-probabilities for each response under the policy model and a frozen reference model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3: compute the DPO loss, beta times the shift in relative preference versus the reference model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Step 4: the loss shrinks exactly when the policy increases its preference for chosen over rejected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1F2D3D"/>
                </a:solidFill>
              </a:rPr>
              <a:t>•  No reward model, no PPO, no sampled rollouts anywhere in the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Four techniques, each removing one more piece of machinery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Instruction tuning (SFT)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RLHF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RLAIF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DPO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supervises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Human-written demonstrations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Reward model on human 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Reward model on AI 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Preference pairs via classification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Extra machinery needed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None beyond standard SFT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Reward model + RL loop (PPO)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Same as RLHF, AI labeler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None: no reward model, no RL loop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Labeling cost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One-time demonstration 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Ongoing human comparison labeling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AI-generated, far more scalable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Same pairs RLHF/RLAIF need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Reported outcome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Necessary foundation alone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1.3B beats 175B GPT-3 (Ouyang et al.)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"On-par" with RLHF, sometimes better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Exceeds PPO-RLHF on sentiment control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7280"/>
                </a:solidFill>
              </a:rPr>
              <a:t>Each column keeps the preference-comparison idea and removes one more piece of RLHF's original machinery.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Where all four techniques fit in one pipeline</a:t>
            </a:r>
          </a:p>
        </p:txBody>
      </p:sp>
      <p:pic>
        <p:nvPicPr>
          <p:cNvPr id="5" name="Picture 4" descr="7-3-ref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49" y="1188720"/>
            <a:ext cx="329459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280"/>
                </a:solidFill>
              </a:rPr>
              <a:t>RLHF and RLAIF both carry a reward model and an RL loop; DPO carries neither.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D3D"/>
                </a:solidFill>
              </a:rPr>
              <a:t>Discuss before moving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1. What did the InstructGPT result actually show, and why does it matter for how "alignment" is defined?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2. What does RLHF add on top of instruction tuning, and what does that addition cost operationally?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3. What does RLAIF change relative to RLHF, and what did the dedicated comparison study find?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4. What specifically does DPO remove that RLHF and RLAIF both still require, and what is left?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1F2D3D"/>
                </a:solidFill>
              </a:rPr>
              <a:t>•  5. In the Hands-On DPO loss calculation, what two quantities does the loss compare, and why is a reference model needed?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