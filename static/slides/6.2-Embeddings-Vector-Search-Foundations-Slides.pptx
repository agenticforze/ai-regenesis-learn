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6.2 · 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&amp; Vector Search Foundations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text becomes a vector positioned by meaning, and how the right vector gets found quickly once there are millions, or billions, of them to search.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&amp; Knowledge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embeddings turn text into coordinates, from word2vec to sentence-level vectors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single embedding model dominates every task, and how the field benchmarks them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two vectors get compared: cosine similarity, dot product, and Euclidean distance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exact nearest-neighbor search collapses at scale: the curse of dimensionality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families of approximate nearest-neighbor algorithms: HNSW, IVF, and product quantization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leaves off: Chapter 6.3 compares the vector databases that implement these techniques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becomes a point in space</a:t>
            </a:r>
            <a:endParaRPr lang="en-US" sz="2600" dirty="0"/>
          </a:p>
        </p:txBody>
      </p:sp>
      <p:pic>
        <p:nvPicPr>
          <p:cNvPr id="4" name="Image 0" descr="/home/claude/phase3/svgs/png/6-2-text-to-vector-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86" y="1417320"/>
            <a:ext cx="979952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embedding model positions text by meaning, so similar ideas land near each other in vector space regardless of the specific words used.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word's meaning becomes a set of coordinates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Mikolov et al. (2013), word2vec: two neural architectures for computing word vectors from raw text, no manual labeling required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takes less than a day to learn high quality word vectors from a 1.6 billion words data set"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"state-of-the-art performance...for measuring syntactic and semantic word similarities"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used in similar contexts end up with similar vectors, the foundational insight everything downstream builds 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becomes coordinates, and coordinates can be compared mathematically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Sentences need their own vectors, not averaged words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 to retrieve is rarely one word, it is a sentence, paragraph, or passage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word vectors together to represent a sentence loses too much of what it actually means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Reimers and Gurevych (2019), Sentence-BERT: fine-tunes BERT with pooling inside a siamese or triplet network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one fixed-size vector per sentence, where cosine similarity reflects actual sentence similarity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model family that made embedding an entire knowledge store a practical idea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individual word vectors to a single vector per sentence</a:t>
            </a:r>
            <a:endParaRPr lang="en-US" sz="2600" dirty="0"/>
          </a:p>
        </p:txBody>
      </p:sp>
      <p:pic>
        <p:nvPicPr>
          <p:cNvPr id="4" name="Image 0" descr="/home/claude/phase3/svgs/png/6-2-word-to-sentence-embed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84" y="1417320"/>
            <a:ext cx="1010652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most similar pair among 10,000 sentences: about 65 hours with BERT, about 5 seconds with SBERT, the change that made retrieval at scale practical.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embedding model wins everywhere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Muennighoff et al. (2022), MTEB: built because embeddings were typically evaluated on one narrow task at a 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"8 embedding tasks," "58 datasets," and "112 languages"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finding: "no particular text embedding method dominates across all tasks"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excels at semantic similarity is not guaranteed to excel at clustering, classification, or retrieval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an embedding model is a benchmarking decision, not a one-time pick of the current leaderboard leader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embedding model landscape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text-embedding-3-large: MIRACL 31.4% to 54.9%, MTEB 61.0% to 64.6%, versus the older ada-002 model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new OpenAI models support Matryoshka Representation Learning via a dimensions API parameter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shortened text-embedding-3-large at 256 dimensions still beats unshortened ada-002 at 1,536 dimensions on MTEB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Embedding: "consistently held a top spot on the...MTEB Multilingual leaderboard"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to 3,072 dimensions, scalable to 1,536 or 768 with the same Matryoshka technique, over 100 languages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leaderboard position is permanent, this is a fast-moving landscape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vectors: cosine, dot product, and Euclidean distance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measures the angle between two vectors, ignoring their length entirely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 multiplies vectors directly, growing with length as well as angle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distance measures the straight-line distance between vectors' endpoints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frequently-occurring examples, like popular YouTube videos, "tend to have embedding vectors with large lengths," so dot product can favor popularity over relevance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vectors are normalized to unit length, "all three similarity measures are equivalent because they are proportional to" cosine similarity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modern text embedding models are used with normalized vectors and cosine similarity for this reason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nearest-neighbor search breaks down at scale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Bellman coined "curse of dimensionality" in 1957, decades before anyone was embedding 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Indyk and Motwani (1998): classic indexing structures "provide little improvement over the brute-force algorithm" in high dimensions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structures face a genuine dilemma: "low preprocessing cost but query time linear in n and d"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"query time sublinear in n" bought at the cost of "severely exponential preprocessing" to build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fix: accept an approximate nearest neighbor, within a small, controllable factor of the true 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"Determining an epsilon-approximate nearest neighbor...should suffice for most practical purposes"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shift, exact to approximate, is what every algorithm in the rest of this chapter depends 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search checks everything, approximate search trades precision for speed</a:t>
            </a:r>
            <a:endParaRPr lang="en-US" sz="2600" dirty="0"/>
          </a:p>
        </p:txBody>
      </p:sp>
      <p:pic>
        <p:nvPicPr>
          <p:cNvPr id="4" name="Image 0" descr="/home/claude/phase3/svgs/png/6-2-exact-vs-approximate-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86" y="1417320"/>
            <a:ext cx="979952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nearest-neighbor search accepts a small, controllable amount of imprecision in exchange for search that stays fast and memory-efficient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HNSW: graph-based approximate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Malkov and Yashunin: builds a multi-layer graph connecting each vector to a handful of neighbors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layers on top for long jumps across the space, dense layers below for fine-grained refinement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"Allows a logarithmic complexity scaling" for search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"similarity...to the skip list structure allows straightforward balanced distributed implementation"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Tends to win on recall at a given latency, especially on clustered data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IVF: cluster-based approximate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 the vector space into cells around centroids using a Voronoi-style assignment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query searches only the cell it falls into, plus a configurable number of neighboring cells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count is the nprobe parameter, "the number of cells to search"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nprobe trades speed for recall directly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1-million-vector benchmark: roughly 1-9ms queries at 0.7-0.95 recall, versus ~18ms for a flat exhaustive scan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reason about and tune, a common default starting point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quantization: compression-based approximate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Jegou, Douze, and Schmid (2011): compresses each vector into a short code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a vector into m subvectors, quantizes each independently against a small set of centroids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companion paper (Jegou, Tavenard, Douze, and Amsaleg) demonstrated it at billion-vector scale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"Refines estimated distances based on short quantization codes, to avoid reading the full vectors from disk"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"a new public dataset of one billion 128-dimensional vectors," "outperforming FLANN"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holding billions of vectors in memory affordable in the first place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families of shortcuts, each avoiding a full scan a different way</a:t>
            </a:r>
            <a:endParaRPr lang="en-US" sz="2600" dirty="0"/>
          </a:p>
        </p:txBody>
      </p:sp>
      <p:pic>
        <p:nvPicPr>
          <p:cNvPr id="4" name="Image 0" descr="/home/claude/phase3/svgs/png/6-2-ann-algorithm-famil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288" y="1417320"/>
            <a:ext cx="89611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to navigate, cells to partition, or codes to compress: none of the three families is strictly better than the others.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production, these techniques are combined, not chosen in isolation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IVF partitioning plus product quantization within each cell, to save memory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graphs built over quantized codes, for graph-based recall at a fraction of full-vector memory cost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ANN-Benchmarks and similar projects exist because the right combination is empirical, not a matter of taste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choice depends on the specific recall target, latency budget, and memory ceiling of a given system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database or library actually implements which combination is exactly what Chapter 6.3 covers next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find the closest vector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(brute-force) kNN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HNSW (graph-based)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IVF (cluster-based)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quantization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mechanism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against every stored vector directly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Navigate a multi-layer proximity graph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only the nearest cell(s) of a partitioned space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 vectors into short quantized codes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time behavior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in the number of vectors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Roughly logarithmic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Tunable via nprobe, speed against 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fast estimates via lookup tables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footprint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vectors, no compression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vectors plus graph edges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or compressed vectors, moderate overhead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codes only, the most efficient of the four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suited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collections, or ground-truth evaluation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Recall-sensitive workloads with memory to spare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Simple, tunable setups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Billion-scale collections where memory binds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different ways to find the closest vector, from checking everything to navigating a graph, searching selected clusters, or comparing compressed codes.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text to a ranked set of nearby vectors</a:t>
            </a:r>
            <a:endParaRPr lang="en-US" sz="2600" dirty="0"/>
          </a:p>
        </p:txBody>
      </p:sp>
      <p:pic>
        <p:nvPicPr>
          <p:cNvPr id="4" name="Image 0" descr="/home/claude/phase3/svgs/png/6-2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633" y="1417320"/>
            <a:ext cx="8246429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chapter stops at a ranked candidate set; Chapter 6.3 compares the vector databases that implement this indexing layer, and 6.4 covers chunking, reranking, and generation.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did Mikolov et al. (2013) demonstrate about word2vec's training efficiency and accuracy, and why did that combination matter?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speedup did Sentence-BERT achieve over plain BERT for finding the most similar sentence pair, and what architectural change produced it?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did Muennighoff et al.'s MTEB paper find about embedding models across tasks, and what practical conclusion follows?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the curse of dimensionality per Indyk and Motwani, and what dilemma does it create for exact nearest-neighbor search?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Name the three families of approximate nearest-neighbor algorithms, and the mechanism each uses to avoid a full scan.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2026-08-24T20:48:58Z</dcterms:created>
  <dcterms:modified xsi:type="dcterms:W3CDTF">2026-08-24T20:48:58Z</dcterms:modified>
</cp:coreProperties>
</file>