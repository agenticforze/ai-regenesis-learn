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Planning and Reasoning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5B8FC9"/>
                </a:solidFill>
              </a:rPr>
              <a:t>Strategies for Agents: A Comparative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8.7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Two axes, not a list of unrelated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Axis 1, commitment:</a:t>
            </a:r>
            <a:r>
              <a:rPr sz="1400">
                <a:solidFill>
                  <a:srgbClr val="6B7280"/>
                </a:solidFill>
              </a:rPr>
              <a:t>  one step at a time (reactive) vs. a full plan upfront (deliberative).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Axis 2, shape:</a:t>
            </a:r>
            <a:r>
              <a:rPr sz="1400">
                <a:solidFill>
                  <a:srgbClr val="6B7280"/>
                </a:solidFill>
              </a:rPr>
              <a:t>  a single chain (linear) vs. branching, vs. branches that can merge (graph).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Nothing here is re-derived.</a:t>
            </a:r>
            <a:r>
              <a:rPr sz="1400">
                <a:solidFill>
                  <a:srgbClr val="6B7280"/>
                </a:solidFill>
              </a:rPr>
              <a:t>  CoT, ToT (Phase 5) and ReAct, Reflexion, Plan-and-Solve (Ch. 8.3) just get placed on the map.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Two new names fill it in:</a:t>
            </a:r>
            <a:r>
              <a:rPr sz="1400">
                <a:solidFill>
                  <a:srgbClr val="6B7280"/>
                </a:solidFill>
              </a:rPr>
              <a:t>  plan-and-execute (separates planning from execution) and graph-of-thought (branches merge).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Every strategy is a point on this map</a:t>
            </a:r>
          </a:p>
        </p:txBody>
      </p:sp>
      <p:pic>
        <p:nvPicPr>
          <p:cNvPr id="5" name="Picture 4" descr="8-7-planning-strategy-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22" y="1005840"/>
            <a:ext cx="1048365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Two Independent 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Commitment axis:</a:t>
            </a:r>
            <a:r>
              <a:rPr sz="1300">
                <a:solidFill>
                  <a:srgbClr val="6B7280"/>
                </a:solidFill>
              </a:rPr>
              <a:t>  reactive pays per-step environment cost; deliberative pays nothing per step but can't notice a bad early assumption.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Shape axis:</a:t>
            </a:r>
            <a:r>
              <a:rPr sz="1300">
                <a:solidFill>
                  <a:srgbClr val="6B7280"/>
                </a:solidFill>
              </a:rPr>
              <a:t>  linear holds one line of reasoning; branching holds several, at a per-candidate cost.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four quadrants:</a:t>
            </a:r>
            <a:r>
              <a:rPr sz="1300">
                <a:solidFill>
                  <a:srgbClr val="6B7280"/>
                </a:solidFill>
              </a:rPr>
              <a:t>  reactive+linear (ReAct), deliberative+linear (CoT), deliberative+branching (ToT/GoT), and the empty one: reactive+branching.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Why reactive+branching is rare:</a:t>
            </a:r>
            <a:r>
              <a:rPr sz="1300">
                <a:solidFill>
                  <a:srgbClr val="6B7280"/>
                </a:solidFill>
              </a:rPr>
              <a:t>  every extra candidate needs its own real tool calls, not just its own model 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Plan-and-Execute: Separating Planning From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Not the same as Plan-and-Solve (Ch. 8.3):</a:t>
            </a:r>
            <a:r>
              <a:rPr sz="1300">
                <a:solidFill>
                  <a:srgbClr val="6B7280"/>
                </a:solidFill>
              </a:rPr>
              <a:t>  a multi-call architecture, not a single prompting technique.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Two components:</a:t>
            </a:r>
            <a:r>
              <a:rPr sz="1300">
                <a:solidFill>
                  <a:srgbClr val="6B7280"/>
                </a:solidFill>
              </a:rPr>
              <a:t>  "a planner... generate[s] a multi-step plan" and "executor(s)... invoke... tools to complete that task."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Re-planning:</a:t>
            </a:r>
            <a:r>
              <a:rPr sz="1300">
                <a:solidFill>
                  <a:srgbClr val="6B7280"/>
                </a:solidFill>
              </a:rPr>
              <a:t>  "the agent is called again with a re-planning prompt... to finish... or... generate a follow-up plan."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Trade-off:</a:t>
            </a:r>
            <a:r>
              <a:rPr sz="1300">
                <a:solidFill>
                  <a:srgbClr val="6B7280"/>
                </a:solidFill>
              </a:rPr>
              <a:t>  "cost savings over ReAct agents" and faster execution, vs. "restricted by serial tool calling."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Graph-of-Thought: When Branches Need to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structural change:</a:t>
            </a:r>
            <a:r>
              <a:rPr sz="1300">
                <a:solidFill>
                  <a:srgbClr val="6B7280"/>
                </a:solidFill>
              </a:rPr>
              <a:t>  "model the information generated by an LLM as an arbitrary graph" - not a tree.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What a tree can't do:</a:t>
            </a:r>
            <a:r>
              <a:rPr sz="1300">
                <a:solidFill>
                  <a:srgbClr val="6B7280"/>
                </a:solidFill>
              </a:rPr>
              <a:t>  recombine two branches; a graph vertex can have more than one incoming edge.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Result on sorting:</a:t>
            </a:r>
            <a:r>
              <a:rPr sz="1300">
                <a:solidFill>
                  <a:srgbClr val="6B7280"/>
                </a:solidFill>
              </a:rPr>
              <a:t>  "increasing the quality of sorting by 62% over ToT, while... reducing costs by &gt;31%."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When it's worth it:</a:t>
            </a:r>
            <a:r>
              <a:rPr sz="1300">
                <a:solidFill>
                  <a:srgbClr val="6B7280"/>
                </a:solidFill>
              </a:rPr>
              <a:t>  tasks that decompose into independent sub-results needing later combination, not pure either/or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Reactive vs. Deliberative: What Each Assumes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ReAct, Reflexion, plan-and-execute:</a:t>
            </a:r>
            <a:r>
              <a:rPr sz="1300">
                <a:solidFill>
                  <a:srgbClr val="6B7280"/>
                </a:solidFill>
              </a:rPr>
              <a:t>  assume a real environment; their reactive half has nothing to react to without one.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CoT, ToT, GoT:</a:t>
            </a:r>
            <a:r>
              <a:rPr sz="1300">
                <a:solidFill>
                  <a:srgbClr val="6B7280"/>
                </a:solidFill>
              </a:rPr>
              <a:t>  need zero tool calls; they can run entirely inside one model response.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Not a hierarchy:</a:t>
            </a:r>
            <a:r>
              <a:rPr sz="1300">
                <a:solidFill>
                  <a:srgbClr val="6B7280"/>
                </a:solidFill>
              </a:rPr>
              <a:t>  a deliberative strategy can run inside a single Plan step, then hand off to ReAct-style execution.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Ch. 8.6 connection:</a:t>
            </a:r>
            <a:r>
              <a:rPr sz="1300">
                <a:solidFill>
                  <a:srgbClr val="6B7280"/>
                </a:solidFill>
              </a:rPr>
              <a:t>  only the reactive strategies accumulate context long enough to need compaction or notes.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Choosing a Strategy: Cost, Latency, Failure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Cost (calls for n steps):</a:t>
            </a:r>
            <a:r>
              <a:rPr sz="1300">
                <a:solidFill>
                  <a:srgbClr val="6B7280"/>
                </a:solidFill>
              </a:rPr>
              <a:t>  CoT = 1; ReAct/Reflexion ≈ n; branching ≈ n × candidates; plan-and-execute ≈ n + replans.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Latency:</a:t>
            </a:r>
            <a:r>
              <a:rPr sz="1300">
                <a:solidFill>
                  <a:srgbClr val="6B7280"/>
                </a:solidFill>
              </a:rPr>
              <a:t>  branching can parallelize candidates; reactive strategies are inherently sequential.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Failure recovery, the sharpest divide:</a:t>
            </a:r>
            <a:r>
              <a:rPr sz="1300">
                <a:solidFill>
                  <a:srgbClr val="6B7280"/>
                </a:solidFill>
              </a:rPr>
              <a:t>  CoT has none; Reflexion recovers per whole attempt; plan-and-execute recovers per step.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 universal default:</a:t>
            </a:r>
            <a:r>
              <a:rPr sz="1300">
                <a:solidFill>
                  <a:srgbClr val="6B7280"/>
                </a:solidFill>
              </a:rPr>
              <a:t>  the right strategy depends on what a wrong answer actually costs in the task at hand.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Three genuinely different positions, not a ranking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2344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ReAct / Reflexion (8.3)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Plan-and-execute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Graph-of-thought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How far ahead it commits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One action at a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 full plan upfront, revised via re-planning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N/A: no real environment at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On a contradicted assumption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The next step just sees the new observation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 re-planning call revises the remaining plan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 weak thought is pruned or merged, not "corrected"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Needs a real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Yes, by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Yes, for executor and re-planner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No - runs entirely on generated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plan is produced once, then executed and revised</a:t>
            </a:r>
          </a:p>
        </p:txBody>
      </p:sp>
      <p:pic>
        <p:nvPicPr>
          <p:cNvPr id="5" name="Picture 4" descr="refarch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4220341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Planner</a:t>
            </a:r>
            <a:r>
              <a:rPr sz="1400">
                <a:solidFill>
                  <a:srgbClr val="6B7280"/>
                </a:solidFill>
              </a:rPr>
              <a:t>: produces the full ordered plan upfront, before any tool is called.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Executor</a:t>
            </a:r>
            <a:r>
              <a:rPr sz="1400">
                <a:solidFill>
                  <a:srgbClr val="6B7280"/>
                </a:solidFill>
              </a:rPr>
              <a:t>: runs one step's tool call at a time (Ch. 8.4's mechanism).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Observation</a:t>
            </a:r>
            <a:r>
              <a:rPr sz="1400">
                <a:solidFill>
                  <a:srgbClr val="6B7280"/>
                </a:solidFill>
              </a:rPr>
              <a:t>: the step's real result (Ch. 8.3's Observe, for one step).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Check</a:t>
            </a:r>
            <a:r>
              <a:rPr sz="1400">
                <a:solidFill>
                  <a:srgbClr val="6B7280"/>
                </a:solidFill>
              </a:rPr>
              <a:t>: the hinge: does the plan still hold, need revision, or finish?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Re-planner</a:t>
            </a:r>
            <a:r>
              <a:rPr sz="1400">
                <a:solidFill>
                  <a:srgbClr val="6B7280"/>
                </a:solidFill>
              </a:rPr>
              <a:t>: revises only the remaining steps, never the ones already run.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Finish</a:t>
            </a:r>
            <a:r>
              <a:rPr sz="1400">
                <a:solidFill>
                  <a:srgbClr val="6B7280"/>
                </a:solidFill>
              </a:rPr>
              <a:t>: returns the result once no steps remain and the plan 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plan that gets revised, not just followed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plan:</a:t>
            </a:r>
            <a:r>
              <a:rPr sz="1300">
                <a:solidFill>
                  <a:srgbClr val="6B7280"/>
                </a:solidFill>
              </a:rPr>
              <a:t>  find_flight, find_hotel, check_budget - a standard hotel plus flight comes in over budget.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re-planner:</a:t>
            </a:r>
            <a:r>
              <a:rPr sz="1300">
                <a:solidFill>
                  <a:srgbClr val="6B7280"/>
                </a:solidFill>
              </a:rPr>
              <a:t>  fires only when the observation actually violates the plan's assumption, not on a fixed schedule.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Result:</a:t>
            </a:r>
            <a:r>
              <a:rPr sz="1300">
                <a:solidFill>
                  <a:srgbClr val="6B7280"/>
                </a:solidFill>
              </a:rPr>
              <a:t>  5 steps run, not 3; 1 re-plan fires; hotel switches to budget; final total lands at $950, under the $1200 limit.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What Plan-and-Solve couldn't have done:</a:t>
            </a:r>
            <a:r>
              <a:rPr sz="1300">
                <a:solidFill>
                  <a:srgbClr val="6B7280"/>
                </a:solidFill>
              </a:rPr>
              <a:t>  no real tool call, no real observation - the overage is only caught after the whole plan is reasoned through.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precise advantage:</a:t>
            </a:r>
            <a:r>
              <a:rPr sz="1300">
                <a:solidFill>
                  <a:srgbClr val="6B7280"/>
                </a:solidFill>
              </a:rPr>
              <a:t>  revises exactly the part of the plan a real result invalidated, and nothing else.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