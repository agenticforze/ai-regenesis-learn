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D3D"/>
                </a:solidFill>
              </a:rPr>
              <a:t>How to Pick a Starting</a:t>
            </a:r>
          </a:p>
          <a:p>
            <a:pPr>
              <a:spcBef>
                <a:spcPts val="1000"/>
              </a:spcBef>
            </a:pPr>
            <a:r>
              <a:rPr sz="2600">
                <a:solidFill>
                  <a:srgbClr val="5B8FC9"/>
                </a:solidFill>
              </a:rPr>
              <a:t>Framework for Your First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B7280"/>
                </a:solidFill>
              </a:rPr>
              <a:t>CHAPTER 9.6  ·  PHASE 9: AGENTIC FRAMEWORKS LANDSCAPE  ·  HL SURVEY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TL;DR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</a:rPr>
              <a:t>Four questions, not a permanent commitment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Four questions to ask first:</a:t>
            </a:r>
            <a:r>
              <a:rPr sz="1500">
                <a:solidFill>
                  <a:srgbClr val="6B7280"/>
                </a:solidFill>
              </a:rPr>
              <a:t>  cloud commitment, model commitment, multi-agent need, and enterprise stack fit.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Each points to specific names:</a:t>
            </a:r>
            <a:r>
              <a:rPr sz="1500">
                <a:solidFill>
                  <a:srgbClr val="6B7280"/>
                </a:solidFill>
              </a:rPr>
              <a:t>  the frameworks and platforms already covered in 9.2, 9.3, and 9.5.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Not permanent:</a:t>
            </a:r>
            <a:r>
              <a:rPr sz="1500">
                <a:solidFill>
                  <a:srgbClr val="6B7280"/>
                </a:solidFill>
              </a:rPr>
              <a:t>  9.5 already showed both directions carry a real, different switching cost.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This chapter is a starting point;</a:t>
            </a:r>
            <a:r>
              <a:rPr sz="1500">
                <a:solidFill>
                  <a:srgbClr val="6B7280"/>
                </a:solidFill>
              </a:rPr>
              <a:t>  9.7 closes out the phase with the full landscape 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HIGH-LEVEL EXPLANATION ·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</a:rPr>
              <a:t>Cloud commitment and model commitment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Already running on one hyperscaler?</a:t>
            </a:r>
            <a:r>
              <a:rPr sz="1300">
                <a:solidFill>
                  <a:srgbClr val="6B7280"/>
                </a:solidFill>
              </a:rPr>
              <a:t>  start with that vendor's own platform - Bedrock AgentCore, Foundry Agent Service, or Gemini Enterprise Agent Platform.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No cloud commitment, or want to avoid one?</a:t>
            </a:r>
            <a:r>
              <a:rPr sz="1300">
                <a:solidFill>
                  <a:srgbClr val="6B7280"/>
                </a:solidFill>
              </a:rPr>
              <a:t>  start with an open-source framework - none of the four require choosing a cloud vendor upfront.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Already deep in OpenAI's ecosystem?</a:t>
            </a:r>
            <a:r>
              <a:rPr sz="1300">
                <a:solidFill>
                  <a:srgbClr val="6B7280"/>
                </a:solidFill>
              </a:rPr>
              <a:t>  OpenAI Agents SDK is built for "the shortest path from zero to a working agent."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Not committed to one model vendor?</a:t>
            </a:r>
            <a:r>
              <a:rPr sz="1300">
                <a:solidFill>
                  <a:srgbClr val="6B7280"/>
                </a:solidFill>
              </a:rPr>
              <a:t>  LangGraph and CrewAI both treat the model as a pluggable choice.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HIGH-LEVEL EXPLANATION ·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</a:rPr>
              <a:t>Multi-agent needs, enterprise fit, and nothing is permanent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Need multiple agents from day one?</a:t>
            </a:r>
            <a:r>
              <a:rPr sz="1300">
                <a:solidFill>
                  <a:srgbClr val="6B7280"/>
                </a:solidFill>
              </a:rPr>
              <a:t>  LangGraph's explicit graph, Microsoft Agent Framework's merged lineage, or CrewAI's role-based model.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Building a single agent for now?</a:t>
            </a:r>
            <a:r>
              <a:rPr sz="1300">
                <a:solidFill>
                  <a:srgbClr val="6B7280"/>
                </a:solidFill>
              </a:rPr>
              <a:t>  reasonably defer the multi-agent question rather than choosing for a capability you don't yet need.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Already standardized on Microsoft's stack?</a:t>
            </a:r>
            <a:r>
              <a:rPr sz="1300">
                <a:solidFill>
                  <a:srgbClr val="6B7280"/>
                </a:solidFill>
              </a:rPr>
              <a:t>  Microsoft Agent Framework carries over Semantic Kernel's enterprise features directly.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Nothing here is permanent:</a:t>
            </a:r>
            <a:r>
              <a:rPr sz="1300">
                <a:solidFill>
                  <a:srgbClr val="6B7280"/>
                </a:solidFill>
              </a:rPr>
              <a:t>  both directions carry a real switching cost, just a different kind, per 9.5.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</a:rPr>
              <a:t>A starting point, not a permanent architecture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43000"/>
          <a:ext cx="110642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85344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Start with a Framework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Start with a Platform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D3D"/>
                          </a:solidFill>
                        </a:rPr>
                        <a:t>Best default signal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D3D"/>
                          </a:solidFill>
                        </a:rPr>
                        <a:t>No cloud commitment, or a wish to avoid 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D3D"/>
                          </a:solidFill>
                        </a:rPr>
                        <a:t>Already running production workloads on one hyperscaler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D3D"/>
                          </a:solidFill>
                        </a:rPr>
                        <a:t>Model commitment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D3D"/>
                          </a:solidFill>
                        </a:rPr>
                        <a:t>Not committed to one model, or deep in OpenAI's ecosystem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D3D"/>
                          </a:solidFill>
                        </a:rPr>
                        <a:t>Platform bundles a specific model family with the cloud account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D3D"/>
                          </a:solidFill>
                        </a:rPr>
                        <a:t>Fastest path to a first working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D3D"/>
                          </a:solidFill>
                        </a:rPr>
                        <a:t>CrewAI's roles, or OpenAI Agents SDK's three primitives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D3D"/>
                          </a:solidFill>
                        </a:rPr>
                        <a:t>A platform's config-based harness, e.g. AWS's AgentCore harness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D3D"/>
                          </a:solidFill>
                        </a:rPr>
                        <a:t>Multi-agent from day one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D3D"/>
                          </a:solidFill>
                        </a:rPr>
                        <a:t>LangGraph's graph, Microsoft Agent Framework's lineage, or CrewAI's roles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D3D"/>
                          </a:solidFill>
                        </a:rPr>
                        <a:t>Each vendor's own multi-agent maturity, in Phase 14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D3D"/>
                          </a:solidFill>
                        </a:rPr>
                        <a:t>What you're deferring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D3D"/>
                          </a:solidFill>
                        </a:rPr>
                        <a:t>An evaluation of managed-platform trade-offs (9.5)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D3D"/>
                          </a:solidFill>
                        </a:rPr>
                        <a:t>An evaluation of self-hosting trade-offs (9.5)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6B7280"/>
                </a:solidFill>
              </a:rPr>
              <a:t>This table names a reasonable starting point, not a permanent architecture; 9.5's trade-offs still apply either way.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WHERE TO GO DEEPER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</a:rPr>
              <a:t>This phase's capstone, and implementation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Next in this phase:</a:t>
            </a:r>
            <a:r>
              <a:rPr sz="1400">
                <a:solidFill>
                  <a:srgbClr val="6B7280"/>
                </a:solidFill>
              </a:rPr>
              <a:t>  9.7, the Landscape Comparison Table, this phase's capstone summary.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The products and trade-offs behind these questions:</a:t>
            </a:r>
            <a:r>
              <a:rPr sz="1400">
                <a:solidFill>
                  <a:srgbClr val="6B7280"/>
                </a:solidFill>
              </a:rPr>
              <a:t>  9.2, 9.3, and 9.5.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Implementation depth:</a:t>
            </a:r>
            <a:r>
              <a:rPr sz="1400">
                <a:solidFill>
                  <a:srgbClr val="6B7280"/>
                </a:solidFill>
              </a:rPr>
              <a:t>  Phase 12 for frameworks and protocols; Phase 14 then Phase 15 for platforms.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What a starting framework is used to build:</a:t>
            </a:r>
            <a:r>
              <a:rPr sz="1400">
                <a:solidFill>
                  <a:srgbClr val="6B7280"/>
                </a:solidFill>
              </a:rPr>
              <a:t>  Chapter 8.10's Single-Agent Reference Architecture Blueprint.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