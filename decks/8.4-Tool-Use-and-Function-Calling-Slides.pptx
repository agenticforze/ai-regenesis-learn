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Tool Use &amp; Function Calling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A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8.4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From a decision to a checked, executed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schema is not documentation.</a:t>
            </a:r>
            <a:r>
              <a:rPr sz="1400">
                <a:solidFill>
                  <a:srgbClr val="6B7280"/>
                </a:solidFill>
              </a:rPr>
              <a:t>  It's what a validation step checks a proposed call against before anything executes.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Native function calling replaces parsed prose.</a:t>
            </a:r>
            <a:r>
              <a:rPr sz="1400">
                <a:solidFill>
                  <a:srgbClr val="6B7280"/>
                </a:solidFill>
              </a:rPr>
              <a:t>  A model emits a structured, typed call directly instead of text a parser has to guess at.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rejected call and a failed call are different.</a:t>
            </a:r>
            <a:r>
              <a:rPr sz="1400">
                <a:solidFill>
                  <a:srgbClr val="6B7280"/>
                </a:solidFill>
              </a:rPr>
              <a:t>  One never touched the real function; the other might have a partial, real effect.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Calling multiple tools in one turn is a new problem.</a:t>
            </a:r>
            <a:r>
              <a:rPr sz="1400">
                <a:solidFill>
                  <a:srgbClr val="6B7280"/>
                </a:solidFill>
              </a:rPr>
              <a:t>  Not a bigger version of calling one tool right: it raises an independence question.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Every mechanism here fails in its own distinct way.</a:t>
            </a:r>
            <a:r>
              <a:rPr sz="1400">
                <a:solidFill>
                  <a:srgbClr val="6B7280"/>
                </a:solidFill>
              </a:rPr>
              <a:t>  Bad descriptions, overlapping tools, and calls that reach execution unvalidated.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Validated before executed, either way a result comes back</a:t>
            </a:r>
          </a:p>
        </p:txBody>
      </p:sp>
      <p:pic>
        <p:nvPicPr>
          <p:cNvPr id="5" name="Picture 4" descr="8-4-tool-call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7280"/>
            <a:ext cx="11521440" cy="4579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What a Tool Definition Actually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Anthropic's three fields:</a:t>
            </a:r>
            <a:r>
              <a:rPr sz="1400">
                <a:solidFill>
                  <a:srgbClr val="6B7280"/>
                </a:solidFill>
              </a:rPr>
              <a:t>  name, description ("what it does, when it should be used, and how it behaves"), and input_schema.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input_schema is a JSON Schema object:</a:t>
            </a:r>
            <a:r>
              <a:rPr sz="1400">
                <a:solidFill>
                  <a:srgbClr val="6B7280"/>
                </a:solidFill>
              </a:rPr>
              <a:t>  a machine-checkable contract, not decoration: type, required fields, allowed values.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OpenAI:</a:t>
            </a:r>
            <a:r>
              <a:rPr sz="1400">
                <a:solidFill>
                  <a:srgbClr val="6B7280"/>
                </a:solidFill>
              </a:rPr>
              <a:t>  "the model intelligently choose[s] to output a JSON object containing arguments"; models fine-tuned to match the schema.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separate decisions:</a:t>
            </a:r>
            <a:r>
              <a:rPr sz="1400">
                <a:solidFill>
                  <a:srgbClr val="6B7280"/>
                </a:solidFill>
              </a:rPr>
              <a:t>  whether to call a tool (the description's job) vs. how to fill it in (the schema's job).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Structured Output Instead of Parsed Prose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Before native function calling:</a:t>
            </a:r>
            <a:r>
              <a:rPr sz="1400">
                <a:solidFill>
                  <a:srgbClr val="6B7280"/>
                </a:solidFill>
              </a:rPr>
              <a:t>  ReAct's search[query] convention: a hand-written parser has to recover the call from text.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nested bracket breaks a naive parser silently.</a:t>
            </a:r>
            <a:r>
              <a:rPr sz="1400">
                <a:solidFill>
                  <a:srgbClr val="6B7280"/>
                </a:solidFill>
              </a:rPr>
              <a:t>  search[find x[1] in the array] truncates at the wrong ] with no error raised.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Anthropic:</a:t>
            </a:r>
            <a:r>
              <a:rPr sz="1400">
                <a:solidFill>
                  <a:srgbClr val="6B7280"/>
                </a:solidFill>
              </a:rPr>
              <a:t>  "Claude responds with stop_reason: \"tool_use\" and one or more tool_use blocks."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difference isn't cosmetic:</a:t>
            </a:r>
            <a:r>
              <a:rPr sz="1400">
                <a:solidFill>
                  <a:srgbClr val="6B7280"/>
                </a:solidFill>
              </a:rPr>
              <a:t>  a caller reads a field directly instead of inferring intent from matched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Execution and the Result Round-Trip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is_error, per Anthropic's docs:</a:t>
            </a:r>
            <a:r>
              <a:rPr sz="1400">
                <a:solidFill>
                  <a:srgbClr val="6B7280"/>
                </a:solidFill>
              </a:rPr>
              <a:t>  "Set to true if the tool execution resulted in an error."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Rejected vs. failed are not the same risk.</a:t>
            </a:r>
            <a:r>
              <a:rPr sz="1400">
                <a:solidFill>
                  <a:srgbClr val="6B7280"/>
                </a:solidFill>
              </a:rPr>
              <a:t>  A rejected call never touched the function; retrying it is always safe.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failed-after-executing call may have a partial effect.</a:t>
            </a:r>
            <a:r>
              <a:rPr sz="1400">
                <a:solidFill>
                  <a:srgbClr val="6B7280"/>
                </a:solidFill>
              </a:rPr>
              <a:t>  A payment or a write might have partly happened; blind retry can duplicate it.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message has to say which happened.</a:t>
            </a:r>
            <a:r>
              <a:rPr sz="1400">
                <a:solidFill>
                  <a:srgbClr val="6B7280"/>
                </a:solidFill>
              </a:rPr>
              <a:t>  is_error alone can't distinguish validation failure from partial execution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Parallel Tool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Anthropic:</a:t>
            </a:r>
            <a:r>
              <a:rPr sz="1400">
                <a:solidFill>
                  <a:srgbClr val="6B7280"/>
                </a:solidFill>
              </a:rPr>
              <a:t>  "By default, Claude may call multiple tools in a single response."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Independent calls:</a:t>
            </a:r>
            <a:r>
              <a:rPr sz="1400">
                <a:solidFill>
                  <a:srgbClr val="6B7280"/>
                </a:solidFill>
              </a:rPr>
              <a:t>  weather in Paris and Tokyo: nothing depends on the other's result, safe to run together.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Dependent calls:</a:t>
            </a:r>
            <a:r>
              <a:rPr sz="1400">
                <a:solidFill>
                  <a:srgbClr val="6B7280"/>
                </a:solidFill>
              </a:rPr>
              <a:t>  look up an account, then check its orders: the second call needs the first call's result first.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quiet failure mode:</a:t>
            </a:r>
            <a:r>
              <a:rPr sz="1400">
                <a:solidFill>
                  <a:srgbClr val="6B7280"/>
                </a:solidFill>
              </a:rPr>
              <a:t>  a guessed argument can still pass schema validation while pointing at the wrong thing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Designing Tools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Failure mode 1:</a:t>
            </a:r>
            <a:r>
              <a:rPr sz="1400">
                <a:solidFill>
                  <a:srgbClr val="6B7280"/>
                </a:solidFill>
              </a:rPr>
              <a:t>  an ambiguous description: reasoning guesses silently rather than raising an error.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Failure mode 2:</a:t>
            </a:r>
            <a:r>
              <a:rPr sz="1400">
                <a:solidFill>
                  <a:srgbClr val="6B7280"/>
                </a:solidFill>
              </a:rPr>
              <a:t>  too many overlapping tools: the fix is design discipline, not a smarter model.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Failure mode 3:</a:t>
            </a:r>
            <a:r>
              <a:rPr sz="1400">
                <a:solidFill>
                  <a:srgbClr val="6B7280"/>
                </a:solidFill>
              </a:rPr>
              <a:t>  a malformed call reaches execution unvalidated and produces a wrong answer that looks right.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Compounding effects:</a:t>
            </a:r>
            <a:r>
              <a:rPr sz="1400">
                <a:solidFill>
                  <a:srgbClr val="6B7280"/>
                </a:solidFill>
              </a:rPr>
              <a:t>  a wrong tool choice costs loop steps; an irreversible tool is a candidate to exclude from parallel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text convention vs. a native function-calling API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4241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ReAct-style text (8.3)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Native function calling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What's genuinely different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How a call is 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Free text matching a prompted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structured tool_use block, output directly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Reading a field replaces parsing a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Catching a malformed call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Whatever the hand-written parser checks for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Schema validation, checked before execution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precise contract replaces ad hoc parser logic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Knowing generation stopped for a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Inferred from matching the expected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dedicated stop_reason: "tool_use"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Intent is read off a field, not inferred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Reporting failure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Whatever shape the calling code chooses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tool_result with an explicit is_error flag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Failure is legible without inferring tone or shape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proposed call, validated, then executed or rejected</a:t>
            </a:r>
          </a:p>
        </p:txBody>
      </p:sp>
      <p:pic>
        <p:nvPicPr>
          <p:cNvPr id="5" name="Picture 4" descr="refarch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4973971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Reasoning</a:t>
            </a:r>
            <a:r>
              <a:rPr sz="1400">
                <a:solidFill>
                  <a:srgbClr val="6B7280"/>
                </a:solidFill>
              </a:rPr>
              <a:t>: proposes a call: a name and its arguments.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Validate</a:t>
            </a:r>
            <a:r>
              <a:rPr sz="1400">
                <a:solidFill>
                  <a:srgbClr val="6B7280"/>
                </a:solidFill>
              </a:rPr>
              <a:t>: checks the call against input_schema before anything runs.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Execute</a:t>
            </a:r>
            <a:r>
              <a:rPr sz="1400">
                <a:solidFill>
                  <a:srgbClr val="6B7280"/>
                </a:solidFill>
              </a:rPr>
              <a:t>: the real function, only ever reached after validation passes.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Reject</a:t>
            </a:r>
            <a:r>
              <a:rPr sz="1400">
                <a:solidFill>
                  <a:srgbClr val="6B7280"/>
                </a:solidFill>
              </a:rPr>
              <a:t>: builds an error result directly; the function never runs.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tool_result</a:t>
            </a:r>
            <a:r>
              <a:rPr sz="1400">
                <a:solidFill>
                  <a:srgbClr val="6B7280"/>
                </a:solidFill>
              </a:rPr>
              <a:t>: carries is_error plus content back to Reasoning either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call that's rejected, corrected, and then succeeds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Tool:</a:t>
            </a:r>
            <a:r>
              <a:rPr sz="1300">
                <a:solidFill>
                  <a:srgbClr val="6B7280"/>
                </a:solidFill>
              </a:rPr>
              <a:t>  convert_temperature, with a real input_schema (value, from_unit, to_unit, all required).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validate_call:</a:t>
            </a:r>
            <a:r>
              <a:rPr sz="1300">
                <a:solidFill>
                  <a:srgbClr val="6B7280"/>
                </a:solidFill>
              </a:rPr>
              <a:t>  checks required fields, types, and enum values before the real function is ever touched.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Run 1 (1 step):</a:t>
            </a:r>
            <a:r>
              <a:rPr sz="1300">
                <a:solidFill>
                  <a:srgbClr val="6B7280"/>
                </a:solidFill>
              </a:rPr>
              <a:t>  a well-formed call passes validation immediately and executes: 212.0.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Run 2 (2 steps):</a:t>
            </a:r>
            <a:r>
              <a:rPr sz="1300">
                <a:solidFill>
                  <a:srgbClr val="6B7280"/>
                </a:solidFill>
              </a:rPr>
              <a:t>  a call missing to_unit is rejected pre-execution; Plan reads the error, corrects exactly that field, and the retry succeeds: 0.0.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detail that matters:</a:t>
            </a:r>
            <a:r>
              <a:rPr sz="1300">
                <a:solidFill>
                  <a:srgbClr val="6B7280"/>
                </a:solidFill>
              </a:rPr>
              <a:t>  convert_temperature is never called with incomplete arguments; the failure is caught, reported, and fixed before execution, not after.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